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21434707af4dbd" /><Relationship Type="http://schemas.openxmlformats.org/officeDocument/2006/relationships/extended-properties" Target="/docProps/app.xml" Id="R3c6bdd798d0a4e52" /><Relationship Type="http://schemas.openxmlformats.org/officeDocument/2006/relationships/officeDocument" Target="/ppt/presentation.xml" Id="R04345ae48ed74989" /></Relationships>
</file>

<file path=ppt/presentation.xml><?xml version="1.0" encoding="utf-8"?>
<p:presentation xmlns:p="http://schemas.openxmlformats.org/presentationml/2006/main">
  <p:sldMasterIdLst>
    <p:sldMasterId xmlns:r="http://schemas.openxmlformats.org/officeDocument/2006/relationships" id="2147483648" r:id="Rcfd768089c7f4661"/>
  </p:sldMasterIdLst>
  <p:notesMasterIdLst>
    <p:notesMasterId xmlns:r="http://schemas.openxmlformats.org/officeDocument/2006/relationships" r:id="R03d95d8307eb4285"/>
  </p:notesMasterIdLst>
  <p:sldIdLst>
    <p:sldId xmlns:r="http://schemas.openxmlformats.org/officeDocument/2006/relationships" id="256" r:id="R24c06b370ade4b4b"/>
    <p:sldId xmlns:r="http://schemas.openxmlformats.org/officeDocument/2006/relationships" id="257" r:id="Rfab088d3a46645a0"/>
    <p:sldId xmlns:r="http://schemas.openxmlformats.org/officeDocument/2006/relationships" id="258" r:id="Rc49d400dd4e64dc3"/>
    <p:sldId xmlns:r="http://schemas.openxmlformats.org/officeDocument/2006/relationships" id="259" r:id="R6222af8f357c4ee1"/>
    <p:sldId xmlns:r="http://schemas.openxmlformats.org/officeDocument/2006/relationships" id="260" r:id="Rb0172eaf1d5f42fd"/>
    <p:sldId xmlns:r="http://schemas.openxmlformats.org/officeDocument/2006/relationships" id="261" r:id="R2effe1252d07492c"/>
    <p:sldId xmlns:r="http://schemas.openxmlformats.org/officeDocument/2006/relationships" id="262" r:id="R801149fdd15b4776"/>
    <p:sldId xmlns:r="http://schemas.openxmlformats.org/officeDocument/2006/relationships" id="263" r:id="R3a27219815bf43e6"/>
    <p:sldId xmlns:r="http://schemas.openxmlformats.org/officeDocument/2006/relationships" id="264" r:id="R947a91d2e45b437d"/>
    <p:sldId xmlns:r="http://schemas.openxmlformats.org/officeDocument/2006/relationships" id="265" r:id="Re6b068f0e0534fbb"/>
    <p:sldId xmlns:r="http://schemas.openxmlformats.org/officeDocument/2006/relationships" id="266" r:id="R101c4c38f1224557"/>
    <p:sldId xmlns:r="http://schemas.openxmlformats.org/officeDocument/2006/relationships" id="267" r:id="R512b6e02465b412b"/>
    <p:sldId xmlns:r="http://schemas.openxmlformats.org/officeDocument/2006/relationships" id="268" r:id="R845b9c99cb9d416d"/>
    <p:sldId xmlns:r="http://schemas.openxmlformats.org/officeDocument/2006/relationships" id="269" r:id="R5a5c358b41734910"/>
    <p:sldId xmlns:r="http://schemas.openxmlformats.org/officeDocument/2006/relationships" id="270" r:id="Rd07bb92e0add48cd"/>
    <p:sldId xmlns:r="http://schemas.openxmlformats.org/officeDocument/2006/relationships" id="271" r:id="Rd61e76b30ac84a25"/>
    <p:sldId xmlns:r="http://schemas.openxmlformats.org/officeDocument/2006/relationships" id="272" r:id="R99bb7210eed349a1"/>
    <p:sldId xmlns:r="http://schemas.openxmlformats.org/officeDocument/2006/relationships" id="273" r:id="Rb61e942aba11446a"/>
    <p:sldId xmlns:r="http://schemas.openxmlformats.org/officeDocument/2006/relationships" id="274" r:id="Rf7d070f530af4d52"/>
    <p:sldId xmlns:r="http://schemas.openxmlformats.org/officeDocument/2006/relationships" id="275" r:id="R81db3fc44172485a"/>
    <p:sldId xmlns:r="http://schemas.openxmlformats.org/officeDocument/2006/relationships" id="276" r:id="Re592005b0d9640ef"/>
    <p:sldId xmlns:r="http://schemas.openxmlformats.org/officeDocument/2006/relationships" id="277" r:id="R58e85411cb264ae4"/>
    <p:sldId xmlns:r="http://schemas.openxmlformats.org/officeDocument/2006/relationships" id="278" r:id="R65909452886540d5"/>
    <p:sldId xmlns:r="http://schemas.openxmlformats.org/officeDocument/2006/relationships" id="279" r:id="Ra3dd92e2fb9b4813"/>
    <p:sldId xmlns:r="http://schemas.openxmlformats.org/officeDocument/2006/relationships" id="280" r:id="Rb2126890d95d4152"/>
    <p:sldId xmlns:r="http://schemas.openxmlformats.org/officeDocument/2006/relationships" id="281" r:id="Rbd799720677b4d34"/>
    <p:sldId xmlns:r="http://schemas.openxmlformats.org/officeDocument/2006/relationships" id="282" r:id="Re66703c058cd43d5"/>
    <p:sldId xmlns:r="http://schemas.openxmlformats.org/officeDocument/2006/relationships" id="283" r:id="R00aca1d60f1e4971"/>
    <p:sldId xmlns:r="http://schemas.openxmlformats.org/officeDocument/2006/relationships" id="284" r:id="R9dc09949862b4e0d"/>
    <p:sldId xmlns:r="http://schemas.openxmlformats.org/officeDocument/2006/relationships" id="285" r:id="Rb57fcbc4437e44e2"/>
    <p:sldId xmlns:r="http://schemas.openxmlformats.org/officeDocument/2006/relationships" id="286" r:id="Ra43a2830226449b3"/>
    <p:sldId xmlns:r="http://schemas.openxmlformats.org/officeDocument/2006/relationships" id="287" r:id="Rd02816af6a694bf5"/>
    <p:sldId xmlns:r="http://schemas.openxmlformats.org/officeDocument/2006/relationships" id="288" r:id="R02d20543fff34258"/>
    <p:sldId xmlns:r="http://schemas.openxmlformats.org/officeDocument/2006/relationships" id="289" r:id="R6a67faa083a74267"/>
    <p:sldId xmlns:r="http://schemas.openxmlformats.org/officeDocument/2006/relationships" id="290" r:id="R85c3d360de9f4d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67c276a5fa4c3d" /><Relationship Type="http://schemas.openxmlformats.org/officeDocument/2006/relationships/slideMaster" Target="/ppt/slideMasters/slideMaster1.xml" Id="Rcfd768089c7f4661" /><Relationship Type="http://schemas.openxmlformats.org/officeDocument/2006/relationships/notesMaster" Target="/ppt/notesMasters/notesMaster1.xml" Id="R03d95d8307eb4285" /><Relationship Type="http://schemas.openxmlformats.org/officeDocument/2006/relationships/presProps" Target="/ppt/presProps.xml" Id="Rbdda85b45f2d4dd5" /><Relationship Type="http://schemas.openxmlformats.org/officeDocument/2006/relationships/tableStyles" Target="/ppt/tableStyles.xml" Id="Rbdb9b2bdb1a74a83" /><Relationship Type="http://schemas.openxmlformats.org/officeDocument/2006/relationships/slide" Target="/ppt/slides/slide1.xml" Id="R24c06b370ade4b4b" /><Relationship Type="http://schemas.openxmlformats.org/officeDocument/2006/relationships/slide" Target="/ppt/slides/slide2.xml" Id="Rfab088d3a46645a0" /><Relationship Type="http://schemas.openxmlformats.org/officeDocument/2006/relationships/slide" Target="/ppt/slides/slide3.xml" Id="Rc49d400dd4e64dc3" /><Relationship Type="http://schemas.openxmlformats.org/officeDocument/2006/relationships/slide" Target="/ppt/slides/slide4.xml" Id="R6222af8f357c4ee1" /><Relationship Type="http://schemas.openxmlformats.org/officeDocument/2006/relationships/slide" Target="/ppt/slides/slide5.xml" Id="Rb0172eaf1d5f42fd" /><Relationship Type="http://schemas.openxmlformats.org/officeDocument/2006/relationships/slide" Target="/ppt/slides/slide6.xml" Id="R2effe1252d07492c" /><Relationship Type="http://schemas.openxmlformats.org/officeDocument/2006/relationships/slide" Target="/ppt/slides/slide7.xml" Id="R801149fdd15b4776" /><Relationship Type="http://schemas.openxmlformats.org/officeDocument/2006/relationships/slide" Target="/ppt/slides/slide8.xml" Id="R3a27219815bf43e6" /><Relationship Type="http://schemas.openxmlformats.org/officeDocument/2006/relationships/slide" Target="/ppt/slides/slide9.xml" Id="R947a91d2e45b437d" /><Relationship Type="http://schemas.openxmlformats.org/officeDocument/2006/relationships/slide" Target="/ppt/slides/slide10.xml" Id="Re6b068f0e0534fbb" /><Relationship Type="http://schemas.openxmlformats.org/officeDocument/2006/relationships/slide" Target="/ppt/slides/slide11.xml" Id="R101c4c38f1224557" /><Relationship Type="http://schemas.openxmlformats.org/officeDocument/2006/relationships/slide" Target="/ppt/slides/slide12.xml" Id="R512b6e02465b412b" /><Relationship Type="http://schemas.openxmlformats.org/officeDocument/2006/relationships/slide" Target="/ppt/slides/slide13.xml" Id="R845b9c99cb9d416d" /><Relationship Type="http://schemas.openxmlformats.org/officeDocument/2006/relationships/slide" Target="/ppt/slides/slide14.xml" Id="R5a5c358b41734910" /><Relationship Type="http://schemas.openxmlformats.org/officeDocument/2006/relationships/slide" Target="/ppt/slides/slide15.xml" Id="Rd07bb92e0add48cd" /><Relationship Type="http://schemas.openxmlformats.org/officeDocument/2006/relationships/slide" Target="/ppt/slides/slide16.xml" Id="Rd61e76b30ac84a25" /><Relationship Type="http://schemas.openxmlformats.org/officeDocument/2006/relationships/slide" Target="/ppt/slides/slide17.xml" Id="R99bb7210eed349a1" /><Relationship Type="http://schemas.openxmlformats.org/officeDocument/2006/relationships/slide" Target="/ppt/slides/slide18.xml" Id="Rb61e942aba11446a" /><Relationship Type="http://schemas.openxmlformats.org/officeDocument/2006/relationships/slide" Target="/ppt/slides/slide19.xml" Id="Rf7d070f530af4d52" /><Relationship Type="http://schemas.openxmlformats.org/officeDocument/2006/relationships/slide" Target="/ppt/slides/slide20.xml" Id="R81db3fc44172485a" /><Relationship Type="http://schemas.openxmlformats.org/officeDocument/2006/relationships/slide" Target="/ppt/slides/slide21.xml" Id="Re592005b0d9640ef" /><Relationship Type="http://schemas.openxmlformats.org/officeDocument/2006/relationships/slide" Target="/ppt/slides/slide22.xml" Id="R58e85411cb264ae4" /><Relationship Type="http://schemas.openxmlformats.org/officeDocument/2006/relationships/slide" Target="/ppt/slides/slide23.xml" Id="R65909452886540d5" /><Relationship Type="http://schemas.openxmlformats.org/officeDocument/2006/relationships/slide" Target="/ppt/slides/slide24.xml" Id="Ra3dd92e2fb9b4813" /><Relationship Type="http://schemas.openxmlformats.org/officeDocument/2006/relationships/slide" Target="/ppt/slides/slide25.xml" Id="Rb2126890d95d4152" /><Relationship Type="http://schemas.openxmlformats.org/officeDocument/2006/relationships/slide" Target="/ppt/slides/slide26.xml" Id="Rbd799720677b4d34" /><Relationship Type="http://schemas.openxmlformats.org/officeDocument/2006/relationships/slide" Target="/ppt/slides/slide27.xml" Id="Re66703c058cd43d5" /><Relationship Type="http://schemas.openxmlformats.org/officeDocument/2006/relationships/slide" Target="/ppt/slides/slide28.xml" Id="R00aca1d60f1e4971" /><Relationship Type="http://schemas.openxmlformats.org/officeDocument/2006/relationships/slide" Target="/ppt/slides/slide29.xml" Id="R9dc09949862b4e0d" /><Relationship Type="http://schemas.openxmlformats.org/officeDocument/2006/relationships/slide" Target="/ppt/slides/slide30.xml" Id="Rb57fcbc4437e44e2" /><Relationship Type="http://schemas.openxmlformats.org/officeDocument/2006/relationships/slide" Target="/ppt/slides/slide31.xml" Id="Ra43a2830226449b3" /><Relationship Type="http://schemas.openxmlformats.org/officeDocument/2006/relationships/slide" Target="/ppt/slides/slide32.xml" Id="Rd02816af6a694bf5" /><Relationship Type="http://schemas.openxmlformats.org/officeDocument/2006/relationships/slide" Target="/ppt/slides/slide33.xml" Id="R02d20543fff34258" /><Relationship Type="http://schemas.openxmlformats.org/officeDocument/2006/relationships/slide" Target="/ppt/slides/slide34.xml" Id="R6a67faa083a74267" /><Relationship Type="http://schemas.openxmlformats.org/officeDocument/2006/relationships/slide" Target="/ppt/slides/slide35.xml" Id="R85c3d360de9f4d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71d07a876f4e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c51eb671bf4ad4" /><Relationship Type="http://schemas.openxmlformats.org/officeDocument/2006/relationships/notesMaster" Target="/ppt/notesMasters/notesMaster1.xml" Id="R094053e51f724f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76db3dd40342a3" /><Relationship Type="http://schemas.openxmlformats.org/officeDocument/2006/relationships/notesMaster" Target="/ppt/notesMasters/notesMaster1.xml" Id="R4fb4a8f98afb41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8ba05706614c15" /><Relationship Type="http://schemas.openxmlformats.org/officeDocument/2006/relationships/notesMaster" Target="/ppt/notesMasters/notesMaster1.xml" Id="R88b03eb68cf94b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417431eb764681" /><Relationship Type="http://schemas.openxmlformats.org/officeDocument/2006/relationships/notesMaster" Target="/ppt/notesMasters/notesMaster1.xml" Id="R374142d7e93e45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f596f0b2f84aee" /><Relationship Type="http://schemas.openxmlformats.org/officeDocument/2006/relationships/notesMaster" Target="/ppt/notesMasters/notesMaster1.xml" Id="Rfe53db58a95f4e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d1d3de03d84157" /><Relationship Type="http://schemas.openxmlformats.org/officeDocument/2006/relationships/notesMaster" Target="/ppt/notesMasters/notesMaster1.xml" Id="R8d4a6414829549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973ea7b4984eb2" /><Relationship Type="http://schemas.openxmlformats.org/officeDocument/2006/relationships/notesMaster" Target="/ppt/notesMasters/notesMaster1.xml" Id="R9cb7bb06a90845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b659dfcf31408b" /><Relationship Type="http://schemas.openxmlformats.org/officeDocument/2006/relationships/notesMaster" Target="/ppt/notesMasters/notesMaster1.xml" Id="R2039bf58ed7043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75319eb2264c62" /><Relationship Type="http://schemas.openxmlformats.org/officeDocument/2006/relationships/notesMaster" Target="/ppt/notesMasters/notesMaster1.xml" Id="R7e762f27b5794c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c0b9cfa6c545eb" /><Relationship Type="http://schemas.openxmlformats.org/officeDocument/2006/relationships/notesMaster" Target="/ppt/notesMasters/notesMaster1.xml" Id="R52565eb063b340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cebb179c944551" /><Relationship Type="http://schemas.openxmlformats.org/officeDocument/2006/relationships/notesMaster" Target="/ppt/notesMasters/notesMaster1.xml" Id="Re2b1ff22905142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8a6a9fe32a4ff1" /><Relationship Type="http://schemas.openxmlformats.org/officeDocument/2006/relationships/notesMaster" Target="/ppt/notesMasters/notesMaster1.xml" Id="R879566f7dc1243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74291497ad4ba8" /><Relationship Type="http://schemas.openxmlformats.org/officeDocument/2006/relationships/notesMaster" Target="/ppt/notesMasters/notesMaster1.xml" Id="R52ad9dfbf17147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eb777c5d084e2d" /><Relationship Type="http://schemas.openxmlformats.org/officeDocument/2006/relationships/notesMaster" Target="/ppt/notesMasters/notesMaster1.xml" Id="Rded0dbff47864f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2cded402384b72" /><Relationship Type="http://schemas.openxmlformats.org/officeDocument/2006/relationships/notesMaster" Target="/ppt/notesMasters/notesMaster1.xml" Id="R30596592154c43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1f16bf7b0b4942" /><Relationship Type="http://schemas.openxmlformats.org/officeDocument/2006/relationships/notesMaster" Target="/ppt/notesMasters/notesMaster1.xml" Id="Rea7238d5947844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7a3ce0ca1b49d3" /><Relationship Type="http://schemas.openxmlformats.org/officeDocument/2006/relationships/notesMaster" Target="/ppt/notesMasters/notesMaster1.xml" Id="Rd16b5bfc70ff4a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c233b1333a49c9" /><Relationship Type="http://schemas.openxmlformats.org/officeDocument/2006/relationships/notesMaster" Target="/ppt/notesMasters/notesMaster1.xml" Id="R0fed0fbe42d04a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db73c3f22d49ad" /><Relationship Type="http://schemas.openxmlformats.org/officeDocument/2006/relationships/notesMaster" Target="/ppt/notesMasters/notesMaster1.xml" Id="R893066b4559644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e24568392d4728" /><Relationship Type="http://schemas.openxmlformats.org/officeDocument/2006/relationships/notesMaster" Target="/ppt/notesMasters/notesMaster1.xml" Id="R00941ccb1cdf40d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3edba1743b4e93" /><Relationship Type="http://schemas.openxmlformats.org/officeDocument/2006/relationships/notesMaster" Target="/ppt/notesMasters/notesMaster1.xml" Id="Ra618a13acf4f41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1d21ad88a94f2b" /><Relationship Type="http://schemas.openxmlformats.org/officeDocument/2006/relationships/notesMaster" Target="/ppt/notesMasters/notesMaster1.xml" Id="Rfa8ca313be414c6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363970cd694fd0" /><Relationship Type="http://schemas.openxmlformats.org/officeDocument/2006/relationships/notesMaster" Target="/ppt/notesMasters/notesMaster1.xml" Id="R7a5a2f43c18248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173a02c03fb4b1c" /><Relationship Type="http://schemas.openxmlformats.org/officeDocument/2006/relationships/notesMaster" Target="/ppt/notesMasters/notesMaster1.xml" Id="R907f244fdee74c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ee22c2f0f447dd" /><Relationship Type="http://schemas.openxmlformats.org/officeDocument/2006/relationships/notesMaster" Target="/ppt/notesMasters/notesMaster1.xml" Id="R9fbc0ad4a5a748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5eb5d7752704936" /><Relationship Type="http://schemas.openxmlformats.org/officeDocument/2006/relationships/notesMaster" Target="/ppt/notesMasters/notesMaster1.xml" Id="R78530d41b901480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1ce8115e6814d28" /><Relationship Type="http://schemas.openxmlformats.org/officeDocument/2006/relationships/notesMaster" Target="/ppt/notesMasters/notesMaster1.xml" Id="R809681c4101143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41cddfa38e548fd" /><Relationship Type="http://schemas.openxmlformats.org/officeDocument/2006/relationships/notesMaster" Target="/ppt/notesMasters/notesMaster1.xml" Id="R5b2b0bc77f9a46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6168597b8d84079" /><Relationship Type="http://schemas.openxmlformats.org/officeDocument/2006/relationships/notesMaster" Target="/ppt/notesMasters/notesMaster1.xml" Id="Rdc9bd6f40fa8484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b7ca1b41665456d" /><Relationship Type="http://schemas.openxmlformats.org/officeDocument/2006/relationships/notesMaster" Target="/ppt/notesMasters/notesMaster1.xml" Id="R6d609841440e4a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1b1cc685ec4144" /><Relationship Type="http://schemas.openxmlformats.org/officeDocument/2006/relationships/notesMaster" Target="/ppt/notesMasters/notesMaster1.xml" Id="R43054b20c8b14fe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2474162cac6415d" /><Relationship Type="http://schemas.openxmlformats.org/officeDocument/2006/relationships/notesMaster" Target="/ppt/notesMasters/notesMaster1.xml" Id="R99f1f87600244e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a1150b1097a402f" /><Relationship Type="http://schemas.openxmlformats.org/officeDocument/2006/relationships/notesMaster" Target="/ppt/notesMasters/notesMaster1.xml" Id="Ra612e9ef424e4aa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4d02ebbc1ba45ee" /><Relationship Type="http://schemas.openxmlformats.org/officeDocument/2006/relationships/notesMaster" Target="/ppt/notesMasters/notesMaster1.xml" Id="Rd798fbb4d39d44e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06f301f3a904c87" /><Relationship Type="http://schemas.openxmlformats.org/officeDocument/2006/relationships/notesMaster" Target="/ppt/notesMasters/notesMaster1.xml" Id="Ref821273481149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Neste curso vamos escrever o programa por etapas e entender cada peça antes de acrescentar a próxima. Começaremos com a linguagem e as ferramentas. Depois vamos construir persistência, segurança, transporte e o núcleo MQTT. Ao final, integraremos broker, administrador e cliente. O destino desta parte do curso é o primeiro commit do XMQR, que já continha os três programas. Os arquivos completos e as explicações de cada linha acompanham as aulas no guia HTML.</a:t>
            </a:r>
          </a:p>
          <a:p xmlns:a="http://schemas.openxmlformats.org/drawingml/2006/main">
            <a:r>
              <a:t/>
            </a:r>
          </a:p>
          <a:p xmlns:a="http://schemas.openxmlformats.org/drawingml/2006/main">
            <a:r>
              <a:t>ORIENTAÇÕES PRIVADAS AO APRESENTADOR</a:t>
            </a:r>
          </a:p>
          <a:p xmlns:a="http://schemas.openxmlformats.org/drawingml/2006/main">
            <a:r>
              <a:t>Apresente o título com calma. Use a versão do professor no modo de apresentação com notas em outra tela. Para distribuir arquivos aos alunos, use curso-alunos.pptx, que não contém estas notas.</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Antes de digitar o broker, precisamos distinguir o texto que escrevemos do programa que a máquina executa. Vamos também entender por que escolhemos Rust, sem tratar nenhuma linguagem como solução automática para todos os problemas. C continuará aparecendo como comparação de memória e ferramentas. Nesta aula inicial não há instalação de OCaml ou LLVM separado: esses nomes explicam a história e o funcionamento do compilador.</a:t>
            </a:r>
          </a:p>
          <a:p xmlns:a="http://schemas.openxmlformats.org/drawingml/2006/main">
            <a:r>
              <a:t/>
            </a:r>
          </a:p>
          <a:p xmlns:a="http://schemas.openxmlformats.org/drawingml/2006/main">
            <a:r>
              <a:t>ORIENTAÇÕES PRIVADAS AO APRESENTADOR</a:t>
            </a:r>
          </a:p>
          <a:p xmlns:a="http://schemas.openxmlformats.org/drawingml/2006/main">
            <a:r>
              <a:t>Esta é a primeira aula de ensino. Preserve a numeração das aulas práticas 1 a 16. Explique que executável significa o arquivo que o sistema operacional consegue carregar e executar.</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Graydon Hoare começou Rust como projeto pessoal em 2006, enquanto trabalhava na Mozilla. Seu primeiro compilador usava OCaml. O apoio financeiro da Mozilla começou em 2009. OCaml é uma linguagem de programação utilizada para implementar aquele compilador inicial. Hoje rustc é escrito em Rust. Isso se chama auto-hospedagem: usamos uma versão já existente do compilador para construir uma versão seguinte. Nós vamos escrever arquivos Rust, e não arquivos OCaml.</a:t>
            </a:r>
          </a:p>
          <a:p xmlns:a="http://schemas.openxmlformats.org/drawingml/2006/main">
            <a:r>
              <a:t/>
            </a:r>
          </a:p>
          <a:p xmlns:a="http://schemas.openxmlformats.org/drawingml/2006/main">
            <a:r>
              <a:t>ORIENTAÇÕES PRIVADAS AO APRESENTADOR</a:t>
            </a:r>
          </a:p>
          <a:p xmlns:a="http://schemas.openxmlformats.org/drawingml/2006/main">
            <a:r>
              <a:t>Evite dizer que o projeto nasceu como iniciativa institucional da Mozilla. O arquivo histórico de Graydon distingue o projeto pessoal do financiamento posterior.</a:t>
            </a:r>
          </a:p>
          <a:p xmlns:a="http://schemas.openxmlformats.org/drawingml/2006/main">
            <a:r>
              <a:t/>
            </a:r>
          </a:p>
          <a:p xmlns:a="http://schemas.openxmlformats.org/drawingml/2006/main">
            <a:r>
              <a:t>FONTES</a:t>
            </a:r>
          </a:p>
          <a:p xmlns:a="http://schemas.openxmlformats.org/drawingml/2006/main">
            <a:r>
              <a:t>https://github.com/graydon/rust-prehistory</a:t>
            </a:r>
          </a:p>
          <a:p xmlns:a="http://schemas.openxmlformats.org/drawingml/2006/main">
            <a:r>
              <a:t>https://wiki.mozilla.org/Rust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Rust é a linguagem: suas regras dizem como escrever e interpretar o programa. rustc é o compilador. Cargo é a ferramenta que coordena o pacote, as bibliotecas e os comandos de construção e teste. Quando pedimos cargo build, Cargo descobre o que precisa ser compilado e aciona rustc. Depois de gerar o executável, podemos rodá-lo. Compilar e executar são momentos diferentes. Arquivo fonte é texto editável; executável contém instruções para um alvo.</a:t>
            </a:r>
          </a:p>
          <a:p xmlns:a="http://schemas.openxmlformats.org/drawingml/2006/main">
            <a:r>
              <a:t/>
            </a:r>
          </a:p>
          <a:p xmlns:a="http://schemas.openxmlformats.org/drawingml/2006/main">
            <a:r>
              <a:t>ORIENTAÇÕES PRIVADAS AO APRESENTADOR</a:t>
            </a:r>
          </a:p>
          <a:p xmlns:a="http://schemas.openxmlformats.org/drawingml/2006/main">
            <a:r>
              <a:t>Pronuncie rustc como compilador Rust. Reforce que Cargo não substitui o compilador. Conecte esta distinção aos comandos que o aluno verá na Aula 1.</a:t>
            </a:r>
          </a:p>
          <a:p xmlns:a="http://schemas.openxmlformats.org/drawingml/2006/main">
            <a:r>
              <a:t/>
            </a:r>
          </a:p>
          <a:p xmlns:a="http://schemas.openxmlformats.org/drawingml/2006/main">
            <a:r>
              <a:t>FONTES</a:t>
            </a:r>
          </a:p>
          <a:p xmlns:a="http://schemas.openxmlformats.org/drawingml/2006/main">
            <a:r>
              <a:t>https://doc.rust-lang.org/book/ch01-03-hello-cargo.html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O compilador lê o texto e monta estruturas internas. AST significa árvore de sintaxe abstrata. HIR é uma representação de alto nível usada para análises do programa. MIR é uma representação intermediária de nível médio, utilizada também pela verificação de empréstimos. No backend padrão, o código segue para LLVM IR, passa por otimizações e vira código objeto. O linker combina os objetos e bibliotecas para gerar o executável. O aluno não precisa memorizar todas as siglas agora: precisa reconhecer a função de cada transformação.</a:t>
            </a:r>
          </a:p>
          <a:p xmlns:a="http://schemas.openxmlformats.org/drawingml/2006/main">
            <a:r>
              <a:t/>
            </a:r>
          </a:p>
          <a:p xmlns:a="http://schemas.openxmlformats.org/drawingml/2006/main">
            <a:r>
              <a:t>ORIENTAÇÕES PRIVADAS AO APRESENTADOR</a:t>
            </a:r>
          </a:p>
          <a:p xmlns:a="http://schemas.openxmlformats.org/drawingml/2006/main">
            <a:r>
              <a:t>Aponte da esquerda para a direita. Não situe o borrow checker somente antes de MIR: a análise de empréstimos usa MIR. Não afirme que LLVM é o único backend possível.</a:t>
            </a:r>
          </a:p>
          <a:p xmlns:a="http://schemas.openxmlformats.org/drawingml/2006/main">
            <a:r>
              <a:t/>
            </a:r>
          </a:p>
          <a:p xmlns:a="http://schemas.openxmlformats.org/drawingml/2006/main">
            <a:r>
              <a:t>FONTES</a:t>
            </a:r>
          </a:p>
          <a:p xmlns:a="http://schemas.openxmlformats.org/drawingml/2006/main">
            <a:r>
              <a:t>https://rustc-dev-guide.rust-lang.org/overview.html</a:t>
            </a:r>
          </a:p>
          <a:p xmlns:a="http://schemas.openxmlformats.org/drawingml/2006/main">
            <a:r>
              <a:t>https://rustc-dev-guide.rust-lang.org/backend/codegen.html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O front-end entende uma linguagem e representa corretamente o que seu programa significa. IR é representação intermediária, uma forma que ferramentas podem analisar. O otimizador aplica passes, que são etapas de análise ou transformação. O backend escolhe instruções para o alvo. Essa organização permite compartilhar infraestrutura entre compiladores de linguagens diferentes. O IR possui regras precisas, e cada front-end precisa respeitá-las. Não precisamos executar centenas de passes em todo build nem obter o programa mais rápido possível em qualquer situação.</a:t>
            </a:r>
          </a:p>
          <a:p xmlns:a="http://schemas.openxmlformats.org/drawingml/2006/main">
            <a:r>
              <a:t/>
            </a:r>
          </a:p>
          <a:p xmlns:a="http://schemas.openxmlformats.org/drawingml/2006/main">
            <a:r>
              <a:t>ORIENTAÇÕES PRIVADAS AO APRESENTADOR</a:t>
            </a:r>
          </a:p>
          <a:p xmlns:a="http://schemas.openxmlformats.org/drawingml/2006/main">
            <a:r>
              <a:t>Explique cada termo antes da sigla. LLVM IR não é um idioma humano nem uma máquina virtual que os usuários do broker precisam instalar para executar o binário.</a:t>
            </a:r>
          </a:p>
          <a:p xmlns:a="http://schemas.openxmlformats.org/drawingml/2006/main">
            <a:r>
              <a:t/>
            </a:r>
          </a:p>
          <a:p xmlns:a="http://schemas.openxmlformats.org/drawingml/2006/main">
            <a:r>
              <a:t>FONTES</a:t>
            </a:r>
          </a:p>
          <a:p xmlns:a="http://schemas.openxmlformats.org/drawingml/2006/main">
            <a:r>
              <a:t>https://llvm.org/docs/LangRef.html</a:t>
            </a:r>
          </a:p>
          <a:p xmlns:a="http://schemas.openxmlformats.org/drawingml/2006/main">
            <a:r>
              <a:t>https://llvm.org/docs/CodeGenerator.html</a:t>
            </a:r>
          </a:p>
          <a:p xmlns:a="http://schemas.openxmlformats.org/drawingml/2006/main">
            <a:r>
              <a:t>https://llvm.org/docs/Passes.html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Intel e AMD são fabricantes, e muitos de seus processadores usam x86-64. ARM é uma família de arquiteturas, incluindo AArch64. O alvo de compilação descreve mais do que o fabricante do processador: envolve sistema operacional e convenções necessárias ao executável. Ter o mesmo arquivo fonte não garante que o mesmo arquivo binário execute em qualquer máquina. No nosso curso vamos distinguir o build Windows do ambiente Linux ou WSL usado para validar operações de persistência.</a:t>
            </a:r>
          </a:p>
          <a:p xmlns:a="http://schemas.openxmlformats.org/drawingml/2006/main">
            <a:r>
              <a:t/>
            </a:r>
          </a:p>
          <a:p xmlns:a="http://schemas.openxmlformats.org/drawingml/2006/main">
            <a:r>
              <a:t>ORIENTAÇÕES PRIVADAS AO APRESENTADOR</a:t>
            </a:r>
          </a:p>
          <a:p xmlns:a="http://schemas.openxmlformats.org/drawingml/2006/main">
            <a:r>
              <a:t>Este diagrama representa alternativas de alvos, não etapas sequenciais. O gerador usa ramificações neste slide. Evite prometer que o primeiro broker está homologado nativamente no Windows.</a:t>
            </a:r>
          </a:p>
          <a:p xmlns:a="http://schemas.openxmlformats.org/drawingml/2006/main">
            <a:r>
              <a:t/>
            </a:r>
          </a:p>
          <a:p xmlns:a="http://schemas.openxmlformats.org/drawingml/2006/main">
            <a:r>
              <a:t>FONTES</a:t>
            </a:r>
          </a:p>
          <a:p xmlns:a="http://schemas.openxmlformats.org/drawingml/2006/main">
            <a:r>
              <a:t>https://rustc-dev-guide.rust-lang.org/backend/codegen.html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No fluxo tradicional do GCC, o pré-processador expande inclusões e macros. O compilador transforma o programa, o assembler converte instruções assembly em objetos e o linker liga esses objetos e bibliotecas. O comando pode integrar tudo sem que o programador veja arquivos intermediários. C continua atual e possui vários compiladores. Clang também usa LLVM. A diferença importante para nossa comparação está nas regras das linguagens e nas responsabilidades sobre memória, e não apenas no nome do backend.</a:t>
            </a:r>
          </a:p>
          <a:p xmlns:a="http://schemas.openxmlformats.org/drawingml/2006/main">
            <a:r>
              <a:t/>
            </a:r>
          </a:p>
          <a:p xmlns:a="http://schemas.openxmlformats.org/drawingml/2006/main">
            <a:r>
              <a:t>ORIENTAÇÕES PRIVADAS AO APRESENTADOR</a:t>
            </a:r>
          </a:p>
          <a:p xmlns:a="http://schemas.openxmlformats.org/drawingml/2006/main">
            <a:r>
              <a:t>Diga pré-processador antes de mostrar #include em outra aula. Explique objeto como um arquivo intermediário de construção. Não descreva C como uma tecnologia abandonada.</a:t>
            </a:r>
          </a:p>
          <a:p xmlns:a="http://schemas.openxmlformats.org/drawingml/2006/main">
            <a:r>
              <a:t/>
            </a:r>
          </a:p>
          <a:p xmlns:a="http://schemas.openxmlformats.org/drawingml/2006/main">
            <a:r>
              <a:t>FONTES</a:t>
            </a:r>
          </a:p>
          <a:p xmlns:a="http://schemas.openxmlformats.org/drawingml/2006/main">
            <a:r>
              <a:t>https://gcc.gnu.org/onlinedocs/gcc/Overall-Options.html</a:t>
            </a:r>
          </a:p>
          <a:p xmlns:a="http://schemas.openxmlformats.org/drawingml/2006/main">
            <a:r>
              <a:t>https://clang.llvm.org/docs/UsersManual.html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Cada opção pede um ponto de parada diferente. Com menos E observamos o pré-processamento. Com menos S obtemos assembly. Com menos c geramos um arquivo objeto sem fazer a linkedição. Menos o escolhe o nome do arquivo de saída. O último comando usa o objeto e produz o executável. Esses exemplos servem para compreender o fluxo de C. Nosso caminho prático Windows usa a instalação Rust e a toolchain MSVC: não é necessário instalar GCC para continuar esta aula.</a:t>
            </a:r>
          </a:p>
          <a:p xmlns:a="http://schemas.openxmlformats.org/drawingml/2006/main">
            <a:r>
              <a:t/>
            </a:r>
          </a:p>
          <a:p xmlns:a="http://schemas.openxmlformats.org/drawingml/2006/main">
            <a:r>
              <a:t>ORIENTAÇÕES PRIVADAS AO APRESENTADOR</a:t>
            </a:r>
          </a:p>
          <a:p xmlns:a="http://schemas.openxmlformats.org/drawingml/2006/main">
            <a:r>
              <a:t>São comandos de demonstração, não uma tarefa obrigatória no Windows. Se demonstrar ao vivo, prepare exemplo.c previamente em laboratório separado do XMQR.</a:t>
            </a:r>
          </a:p>
          <a:p xmlns:a="http://schemas.openxmlformats.org/drawingml/2006/main">
            <a:r>
              <a:t/>
            </a:r>
          </a:p>
          <a:p xmlns:a="http://schemas.openxmlformats.org/drawingml/2006/main">
            <a:r>
              <a:t>FONTES</a:t>
            </a:r>
          </a:p>
          <a:p xmlns:a="http://schemas.openxmlformats.org/drawingml/2006/main">
            <a:r>
              <a:t>https://gcc.gnu.org/onlinedocs/gcc/Overall-Options.html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Em C, quando usamos alocação dinâmica com malloc, precisamos determinar quando liberar o recurso com free e garantir que nenhum acesso inválido continue. Rust usa propriedade e empréstimos para restringir acessos e duração. Uma referência empresta acesso sem receber a propriedade. Recursos associados a valores como String normalmente são liberados ao sair do escopo. Nem todo valor usa memória dinâmica, e Rust também não precisa de um coletor de lixo periódico para seu modelo de propriedade.</a:t>
            </a:r>
          </a:p>
          <a:p xmlns:a="http://schemas.openxmlformats.org/drawingml/2006/main">
            <a:r>
              <a:t/>
            </a:r>
          </a:p>
          <a:p xmlns:a="http://schemas.openxmlformats.org/drawingml/2006/main">
            <a:r>
              <a:t>ORIENTAÇÕES PRIVADAS AO APRESENTADOR</a:t>
            </a:r>
          </a:p>
          <a:p xmlns:a="http://schemas.openxmlformats.org/drawingml/2006/main">
            <a:r>
              <a:t>Defina ponteiro como valor que identifica uma posição de memória. Não diga que todo tipo Rust aloca heap ou que vazamentos são impossíveis. Explique escopo como a região onde uma variável é válida.</a:t>
            </a:r>
          </a:p>
          <a:p xmlns:a="http://schemas.openxmlformats.org/drawingml/2006/main">
            <a:r>
              <a:t/>
            </a:r>
          </a:p>
          <a:p xmlns:a="http://schemas.openxmlformats.org/drawingml/2006/main">
            <a:r>
              <a:t>FONTES</a:t>
            </a:r>
          </a:p>
          <a:p xmlns:a="http://schemas.openxmlformats.org/drawingml/2006/main">
            <a:r>
              <a:t>https://doc.rust-lang.org/book/ch04-01-what-is-ownership.html</a:t>
            </a:r>
          </a:p>
          <a:p xmlns:a="http://schemas.openxmlformats.org/drawingml/2006/main">
            <a:r>
              <a:t>https://doc.rust-lang.org/nomicon/leaking.html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Data race é um conflito de acessos concorrentes à mesma memória sem sincronização adequada, com pelo menos uma escrita. Rust seguro impede essa categoria nas garantias da linguagem, mas não impede toda falha concorrente. Também pode haver vazamentos e deadlocks. Um acesso fora dos limites pode causar panic em execução. Overflow numérico é diferente de acessar memória fora de uma região: existem operações com comportamento explícito e opções de checagem. O compilador ajuda muito, mas não substitui testes de MQTT ou decisões de disponibilidade do serviço.</a:t>
            </a:r>
          </a:p>
          <a:p xmlns:a="http://schemas.openxmlformats.org/drawingml/2006/main">
            <a:r>
              <a:t/>
            </a:r>
          </a:p>
          <a:p xmlns:a="http://schemas.openxmlformats.org/drawingml/2006/main">
            <a:r>
              <a:t>ORIENTAÇÕES PRIVADAS AO APRESENTADOR</a:t>
            </a:r>
          </a:p>
          <a:p xmlns:a="http://schemas.openxmlformats.org/drawingml/2006/main">
            <a:r>
              <a:t>Distingua buffer overflow de overflow de inteiros. Qualifique as garantias em relação a abstrações seguras corretamente implementadas. Não projete conclusões de segurança do broker sem testes.</a:t>
            </a:r>
          </a:p>
          <a:p xmlns:a="http://schemas.openxmlformats.org/drawingml/2006/main">
            <a:r>
              <a:t/>
            </a:r>
          </a:p>
          <a:p xmlns:a="http://schemas.openxmlformats.org/drawingml/2006/main">
            <a:r>
              <a:t>FONTES</a:t>
            </a:r>
          </a:p>
          <a:p xmlns:a="http://schemas.openxmlformats.org/drawingml/2006/main">
            <a:r>
              <a:t>https://doc.rust-lang.org/nomicon/leaking.html</a:t>
            </a:r>
          </a:p>
          <a:p xmlns:a="http://schemas.openxmlformats.org/drawingml/2006/main">
            <a:r>
              <a:t>https://doc.rust-lang.org/reference/expressions/operator-expr.html#overflow</a:t>
            </a:r>
          </a:p>
          <a:p xmlns:a="http://schemas.openxmlformats.org/drawingml/2006/main">
            <a:r>
              <a:t>https://doc.rust-lang.org/book/ch16-00-concurrency.html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Rust traz ferramentas integradas e regras de propriedade que ajudam a estruturar serviços. O custo inicial inclui aprender empréstimos, lifetimes e traits. Dependências, código genérico e otimizações influenciam o tempo de build, por isso não vamos afirmar que Rust sempre compila mais devagar que C. C possui um amplo histórico em sistemas e dispositivos, com APIs consolidadas. Também pode produzir código nativo eficiente. Nenhuma das linguagens é automaticamente mais rápida em todo programa: implementação, alvo e medição determinam o resultado.</a:t>
            </a:r>
          </a:p>
          <a:p xmlns:a="http://schemas.openxmlformats.org/drawingml/2006/main">
            <a:r>
              <a:t/>
            </a:r>
          </a:p>
          <a:p xmlns:a="http://schemas.openxmlformats.org/drawingml/2006/main">
            <a:r>
              <a:t>ORIENTAÇÕES PRIVADAS AO APRESENTADOR</a:t>
            </a:r>
          </a:p>
          <a:p xmlns:a="http://schemas.openxmlformats.org/drawingml/2006/main">
            <a:r>
              <a:t>Apresente vantagens e custos de ambas. Não use números de desempenho sem benchmark. Explique lifetime como duração de validade de uma referência, sem aprofundar anotações nesta aula.</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Rust pode trabalhar em sistemas embarcados sem toda a biblioteca padrão, usando no_std. O suporte precisa ser confirmado para cada hardware e biblioteca. FFI significa interface com funções estrangeiras e permite integrar APIs de outras linguagens. Algumas operações nessa fronteira exigem unsafe. Isso não desliga todas as verificações nem o borrow checker. O programador assume contratos específicos que o compilador não consegue provar. Bibliotecas podem encapsular essa fronteira em uma interface segura. No XMQR seguiremos a regra do projeto que proíbe adicionar código unsafe próprio.</a:t>
            </a:r>
          </a:p>
          <a:p xmlns:a="http://schemas.openxmlformats.org/drawingml/2006/main">
            <a:r>
              <a:t/>
            </a:r>
          </a:p>
          <a:p xmlns:a="http://schemas.openxmlformats.org/drawingml/2006/main">
            <a:r>
              <a:t>ORIENTAÇÕES PRIVADAS AO APRESENTADOR</a:t>
            </a:r>
          </a:p>
          <a:p xmlns:a="http://schemas.openxmlformats.org/drawingml/2006/main">
            <a:r>
              <a:t>Evite transformar unsafe em recomendação para contornar erros de compilação. Mostre que escolher Rust não elimina a necessidade de verificar suporte ao dispositivo.</a:t>
            </a:r>
          </a:p>
          <a:p xmlns:a="http://schemas.openxmlformats.org/drawingml/2006/main">
            <a:r>
              <a:t/>
            </a:r>
          </a:p>
          <a:p xmlns:a="http://schemas.openxmlformats.org/drawingml/2006/main">
            <a:r>
              <a:t>FONTES</a:t>
            </a:r>
          </a:p>
          <a:p xmlns:a="http://schemas.openxmlformats.org/drawingml/2006/main">
            <a:r>
              <a:t>https://doc.rust-lang.org/embedded-book/intro/no-std.html</a:t>
            </a:r>
          </a:p>
          <a:p xmlns:a="http://schemas.openxmlformats.org/drawingml/2006/main">
            <a:r>
              <a:t>https://doc.rust-lang.org/book/ch20-01-unsafe-rust.html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Agora vamos sair dos conceitos e criar o pacote. A primeira aula verifica ferramentas e cria um programa pequeno. A segunda introduz as dependências que serão utilizadas nas etapas seguintes. Vamos manter a pasta do exercício separada do repositório real. Cada checkpoint possui um projeto completo acumulado, e o arquivo de diferenças indica o que precisa ser alterado.</a:t>
            </a:r>
          </a:p>
          <a:p xmlns:a="http://schemas.openxmlformats.org/drawingml/2006/main">
            <a:r>
              <a:t/>
            </a:r>
          </a:p>
          <a:p xmlns:a="http://schemas.openxmlformats.org/drawingml/2006/main">
            <a:r>
              <a:t>ORIENTAÇÕES PRIVADAS AO APRESENTADOR</a:t>
            </a:r>
          </a:p>
          <a:p xmlns:a="http://schemas.openxmlformats.org/drawingml/2006/main">
            <a:r>
              <a:t>Abra a Seção 1 do guia. Use um diretório de exercício novo. Não digite ou execute comandos dentro do repositório real quando o objetivo for criar a reconstrução.</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No terminal, confira as três ferramentas. Se Rust faltar, siga a instalação do guia, incluindo os pré-requisitos de linkedição Windows. Cargo new cria os arquivos iniciais. Bin pede um executável, name define o nome do pacote, edition escolhe as regras da edição e vcs none adia a criação do Git. No PowerShell digite cargo new e todas as suas opções em uma única linha. O slide pode quebrar visualmente o texto, mas isso não acrescenta caracteres ao comando. Entre na pasta e execute cargo run para compilar e rodar o programa inicial.</a:t>
            </a:r>
          </a:p>
          <a:p xmlns:a="http://schemas.openxmlformats.org/drawingml/2006/main">
            <a:r>
              <a:t/>
            </a:r>
          </a:p>
          <a:p xmlns:a="http://schemas.openxmlformats.org/drawingml/2006/main">
            <a:r>
              <a:t>ORIENTAÇÕES PRIVADAS AO APRESENTADOR</a:t>
            </a:r>
          </a:p>
          <a:p xmlns:a="http://schemas.openxmlformats.org/drawingml/2006/main">
            <a:r>
              <a:t>Digite cargo new como uma única linha no PowerShell. Os arquivos iniciais do R01 incluem uma pequena mensagem personalizada: compare o guia antes de chamar este build de checkpoint completo.</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Os colchetes delimitam o nome de uma seção. O sinal de igual associa um campo a um valor e as aspas indicam texto. Na reconstrução R02 o manifesto assume a versão histórica 0.3.0. Cargo.lock guarda o conjunto resolvido de versões, por isso vamos copiar o arquivo fornecido e manter locked nos comandos. Uma feature seleciona recursos oferecidos pela biblioteca. Leia o documento de bibliotecas antes de acrescentar cada dependência. O trecho do slide mostra a estrutura: o manifesto completo está no guia.</a:t>
            </a:r>
          </a:p>
          <a:p xmlns:a="http://schemas.openxmlformats.org/drawingml/2006/main">
            <a:r>
              <a:t/>
            </a:r>
          </a:p>
          <a:p xmlns:a="http://schemas.openxmlformats.org/drawingml/2006/main">
            <a:r>
              <a:t>ORIENTAÇÕES PRIVADAS AO APRESENTADOR</a:t>
            </a:r>
          </a:p>
          <a:p xmlns:a="http://schemas.openxmlformats.org/drawingml/2006/main">
            <a:r>
              <a:t>Explique que o trecho resumido não substitui o Cargo.toml completo. Não use cargo update se o objetivo é reproduzir as versões do primeiro commit.</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Vamos construir componentes que o protocolo vai usar. Persistência cuida dos dados duráveis. Autenticação verifica a identidade, e ACL decide o que essa identidade pode fazer. Transporte aceita conexões e protege o canal quando TLS está habilitado. Separar esses componentes permite estudar cada responsabilidade e localizar erros sem misturar toda a implementação em um arquivo.</a:t>
            </a:r>
          </a:p>
          <a:p xmlns:a="http://schemas.openxmlformats.org/drawingml/2006/main">
            <a:r>
              <a:t/>
            </a:r>
          </a:p>
          <a:p xmlns:a="http://schemas.openxmlformats.org/drawingml/2006/main">
            <a:r>
              <a:t>ORIENTAÇÕES PRIVADAS AO APRESENTADOR</a:t>
            </a:r>
          </a:p>
          <a:p xmlns:a="http://schemas.openxmlformats.org/drawingml/2006/main">
            <a:r>
              <a:t>A sequência é a da reconstrução didática, não uma afirmação de autoria dos prompts históricos. Abra os checkpoints acumulados R03, R04 e R05.</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Crie o módulo persistence e digite mod.rs e actor.rs na ordem do guia. O ator é um componente que recebe pedidos por uma fila e concentra a responsabilidade pela escrita. WAL significa registro antecipado de operações. Snapshot é uma imagem do estado usada na recuperação. Uma resposta de commit só deve representar o nível de durabilidade previsto. crc32fast verifica integridade dos registros, fs2 auxilia o bloqueio de arquivo e tempfile ajuda os testes isolados. Inclua a declaração temporária da biblioteca indicada em R03 antes de compilar.</a:t>
            </a:r>
          </a:p>
          <a:p xmlns:a="http://schemas.openxmlformats.org/drawingml/2006/main">
            <a:r>
              <a:t/>
            </a:r>
          </a:p>
          <a:p xmlns:a="http://schemas.openxmlformats.org/drawingml/2006/main">
            <a:r>
              <a:t>ORIENTAÇÕES PRIVADAS AO APRESENTADOR</a:t>
            </a:r>
          </a:p>
          <a:p xmlns:a="http://schemas.openxmlformats.org/drawingml/2006/main">
            <a:r>
              <a:t>Explique que checksum detecta corrupção e não autentica dados. Operações dependentes de Unix têm validação em WSL. Não trate build Windows como prova de recuperação durável.</a:t>
            </a:r>
          </a:p>
          <a:p xmlns:a="http://schemas.openxmlformats.org/drawingml/2006/main">
            <a:r>
              <a:t/>
            </a:r>
          </a:p>
          <a:p xmlns:a="http://schemas.openxmlformats.org/drawingml/2006/main">
            <a:r>
              <a:t>FONTES</a:t>
            </a:r>
          </a:p>
          <a:p xmlns:a="http://schemas.openxmlformats.org/drawingml/2006/main">
            <a:r>
              <a:t>https://github.com/licodevone/xmqr/tree/f7efe357cdcd4a05e922a5fb205bd8757cdc5625/src/persistence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Digite auth/mod.rs e atualize a declaração do módulo na biblioteca. Autenticação confirma a identidade. A autorização usa a identidade para decidir se publicar ou assinar determinado tópico é permitido. Argon2 verifica senhas por derivação e comparação de hashes, e rand_core fornece a aleatoriedade usada no salt. Serde converte dados entre estruturas e representações, e toml lê a configuração. subtle e zeroize ajudam cuidados específicos de comparação e limpeza de dados. Leia o papel exato de cada crate no documento de bibliotecas.</a:t>
            </a:r>
          </a:p>
          <a:p xmlns:a="http://schemas.openxmlformats.org/drawingml/2006/main">
            <a:r>
              <a:t/>
            </a:r>
          </a:p>
          <a:p xmlns:a="http://schemas.openxmlformats.org/drawingml/2006/main">
            <a:r>
              <a:t>ORIENTAÇÕES PRIVADAS AO APRESENTADOR</a:t>
            </a:r>
          </a:p>
          <a:p xmlns:a="http://schemas.openxmlformats.org/drawingml/2006/main">
            <a:r>
              <a:t>Use somente dados fictícios. Não coloque senhas, certificados privados ou estado nos slides nem no Git. Explique hash como transformação para verificação, não como criptografia reversível.</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Digite transport/mod.rs e acrescente sua declaração na biblioteca temporária. Tokio oferece recursos de rede, tarefas e sincronização. Async permite suspender uma tarefa enquanto ela espera, sem reservar um worker para toda a espera. Await aguarda uma operação assíncrona. Rustls implementa TLS e tokio-rustls integra TLS ao ambiente assíncrono. Limites de filas e conexões continuam necessários: async não significa recursos infinitos. Neste checkpoint ainda não conectamos o fluxo completo ao main do broker.</a:t>
            </a:r>
          </a:p>
          <a:p xmlns:a="http://schemas.openxmlformats.org/drawingml/2006/main">
            <a:r>
              <a:t/>
            </a:r>
          </a:p>
          <a:p xmlns:a="http://schemas.openxmlformats.org/drawingml/2006/main">
            <a:r>
              <a:t>ORIENTAÇÕES PRIVADAS AO APRESENTADOR</a:t>
            </a:r>
          </a:p>
          <a:p xmlns:a="http://schemas.openxmlformats.org/drawingml/2006/main">
            <a:r>
              <a:t>Não anuncie pub/sub funcional só porque R05 compila. Distingua TCP, TLS e MQTT como camadas. O diagrama mostra a direção lógica de entrada, embora a comunicação seja bidirecional.</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Nesta seção, os quatro arquivos dependem uns dos outros. Vamos estudá-los separadamente, mas o checkpoint de compilação completo ocorre depois que todos estiverem presentes junto com a biblioteca final. Isso evita confundir um módulo ainda não digitado com um defeito do código final. O guia fornece os arquivos integrais e explica as transições de estado que cada parte controla.</a:t>
            </a:r>
          </a:p>
          <a:p xmlns:a="http://schemas.openxmlformats.org/drawingml/2006/main">
            <a:r>
              <a:t/>
            </a:r>
          </a:p>
          <a:p xmlns:a="http://schemas.openxmlformats.org/drawingml/2006/main">
            <a:r>
              <a:t>ORIENTAÇÕES PRIVADAS AO APRESENTADOR</a:t>
            </a:r>
          </a:p>
          <a:p xmlns:a="http://schemas.openxmlformats.org/drawingml/2006/main">
            <a:r>
              <a:t>Avise que um build no meio da digitação pode apontar módulos ainda ausentes. Use o manifesto da etapa para conferir o conjunto antes do checkpoint.</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Digite codec.rs seguindo as funções de leitura e de escrita do guia. O codec verifica comprimento e campos antes de transformar bytes em estruturas Rust. Um byte é uma unidade de oito bits, e as flags representam opções dentro desses bits. Match seleciona o tratamento de cada alternativa e Result diferencia sucesso de erro. Thiserror ajuda a definir os erros com mensagens. Validar entrada malformada é essencial: o compilador não conhece os bytes que o cliente vai enviar durante a execução.</a:t>
            </a:r>
          </a:p>
          <a:p xmlns:a="http://schemas.openxmlformats.org/drawingml/2006/main">
            <a:r>
              <a:t/>
            </a:r>
          </a:p>
          <a:p xmlns:a="http://schemas.openxmlformats.org/drawingml/2006/main">
            <a:r>
              <a:t>ORIENTAÇÕES PRIVADAS AO APRESENTADOR</a:t>
            </a:r>
          </a:p>
          <a:p xmlns:a="http://schemas.openxmlformats.org/drawingml/2006/main">
            <a:r>
              <a:t>Mostre um trecho curto no guia e explique símbolos novos ali. O slide resume a sequência e não substitui o código completo. Não afirme suporte MQTT 5 na versão histórica.</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Em store.rs, identifique as estruturas e os limites antes de digitar as transições. Sessão agrupa estado do cliente. Assinaturas indicam os tópicos de interesse. Retained guarda a última mensagem marcada para essa finalidade. A fila offline e as operações em andamento possuem responsabilidades próprias. Option representa presença ou ausência e as coleções guardam os elementos do estado. Respeitar limites faz parte da implementação: Rust seguro também pode consumir memória demais se o programa permitir crescimento sem controle.</a:t>
            </a:r>
          </a:p>
          <a:p xmlns:a="http://schemas.openxmlformats.org/drawingml/2006/main">
            <a:r>
              <a:t/>
            </a:r>
          </a:p>
          <a:p xmlns:a="http://schemas.openxmlformats.org/drawingml/2006/main">
            <a:r>
              <a:t>ORIENTAÇÕES PRIVADAS AO APRESENTADOR</a:t>
            </a:r>
          </a:p>
          <a:p xmlns:a="http://schemas.openxmlformats.org/drawingml/2006/main">
            <a:r>
              <a:t>O diagrama mostra componentes do estado, não uma ordem de execução. O layout deverá apresentar os grupos ligados a Estado MQTT. Não importar funcionalidades posteriores como Last Will para este primeiro commit.</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Digite router.rs e acompanhe uma publicação pelo fluxo. O roteador encontra assinaturas aplicáveis, verifica permissões e calcula as ações de entrega. Quando a transição exige estado durável, o commit precisa ocorrer antes do ACK correspondente. ACK significa confirmação do protocolo, não sucesso de uma regra de negócio do consumidor. Nessa versão histórica trabalhamos com as capacidades presentes no primeiro commit; filtros mais amplos e outras evoluções pertencem a checkpoints posteriores.</a:t>
            </a:r>
          </a:p>
          <a:p xmlns:a="http://schemas.openxmlformats.org/drawingml/2006/main">
            <a:r>
              <a:t/>
            </a:r>
          </a:p>
          <a:p xmlns:a="http://schemas.openxmlformats.org/drawingml/2006/main">
            <a:r>
              <a:t>ORIENTAÇÕES PRIVADAS AO APRESENTADOR</a:t>
            </a:r>
          </a:p>
          <a:p xmlns:a="http://schemas.openxmlformats.org/drawingml/2006/main">
            <a:r>
              <a:t>Use um tópico literal fictício aula/mensagem. Não prometa que o QoS torna qualquer aplicação automaticamente livre de duplicação ou garante processamento de negócio.</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Digite mqtt/mod.rs e substitua o lib.rs temporário pelo arquivo final de R06. Handler significa o componente que trata eventos ou pedidos de uma conexão. Ele recebe CONNECT, estabelece a sessão e coordena pacotes e respostas ao longo da comunicação. Pub mod declara e disponibiliza um módulo. Use importa nomes para o escopo onde serão utilizados. Agora confira os quatro arquivos MQTT e rode o checkpoint completo com build e check. Preserve os arquivos de persistência, autenticação e transporte das etapas anteriores.</a:t>
            </a:r>
          </a:p>
          <a:p xmlns:a="http://schemas.openxmlformats.org/drawingml/2006/main">
            <a:r>
              <a:t/>
            </a:r>
          </a:p>
          <a:p xmlns:a="http://schemas.openxmlformats.org/drawingml/2006/main">
            <a:r>
              <a:t>ORIENTAÇÕES PRIVADAS AO APRESENTADOR</a:t>
            </a:r>
          </a:p>
          <a:p xmlns:a="http://schemas.openxmlformats.org/drawingml/2006/main">
            <a:r>
              <a:t>Confira o diff de lib.rs com o aluno. Se houver erro de módulo ausente, compare a árvore do ZIP R06 antes de mudar qualquer lógica.</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O núcleo está pronto para ser conectado aos executáveis. O broker atende conexões, o administrador opera dados locais de segurança, e o cliente publica ou assina mensagens. No estado histórico os três estão no mesmo pacote. A separação em repositórios independentes aconteceu depois e não faz parte do código que estamos reconstruindo agora.</a:t>
            </a:r>
          </a:p>
          <a:p xmlns:a="http://schemas.openxmlformats.org/drawingml/2006/main">
            <a:r>
              <a:t/>
            </a:r>
          </a:p>
          <a:p xmlns:a="http://schemas.openxmlformats.org/drawingml/2006/main">
            <a:r>
              <a:t>ORIENTAÇÕES PRIVADAS AO APRESENTADOR</a:t>
            </a:r>
          </a:p>
          <a:p xmlns:a="http://schemas.openxmlformats.org/drawingml/2006/main">
            <a:r>
              <a:t>Não usar a estrutura atual do xmqr-client para explicar R09. Mostre a árvore histórica do pacote no guia.</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O main anterior era um programa pequeno de apresentação. Agora substituímos esse arquivo pela inicialização real de R07. Ele lê variáveis de ambiente, verifica coerência do perfil, abre persistência e configura o transporte. Tracing registra eventos e tracing-subscriber configura como eles aparecem. A macro de inicialização Tokio prepara o ambiente para o main assíncrono. Na reconstrução, não use broker --version como teste: esse recurso foi acrescentado muito depois do primeiro commit.</a:t>
            </a:r>
          </a:p>
          <a:p xmlns:a="http://schemas.openxmlformats.org/drawingml/2006/main">
            <a:r>
              <a:t/>
            </a:r>
          </a:p>
          <a:p xmlns:a="http://schemas.openxmlformats.org/drawingml/2006/main">
            <a:r>
              <a:t>ORIENTAÇÕES PRIVADAS AO APRESENTADOR</a:t>
            </a:r>
          </a:p>
          <a:p xmlns:a="http://schemas.openxmlformats.org/drawingml/2006/main">
            <a:r>
              <a:t>Explique o motivo da substituição de main.rs. Não inicie o serviço systemd real. Os exercícios posteriores usarão uma porta e estado separados.</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Cargo reconhece executáveis adicionais dentro de src/bin. Digite o arquivo do administrador e verifique a ajuda antes de operar usuários. A opção bin seleciona qual executável Cargo vai rodar. Os dois hífens separam opções do Cargo das opções do programa. Rpassword lê a senha sem mostrá-la no terminal. Operações atômicas de usuários dependem de Unix nesse código histórico, então a compilação no Windows não prova que esse fluxo executa nele. Use WSL para o laboratório previsto.</a:t>
            </a:r>
          </a:p>
          <a:p xmlns:a="http://schemas.openxmlformats.org/drawingml/2006/main">
            <a:r>
              <a:t/>
            </a:r>
          </a:p>
          <a:p xmlns:a="http://schemas.openxmlformats.org/drawingml/2006/main">
            <a:r>
              <a:t>ORIENTAÇÕES PRIVADAS AO APRESENTADOR</a:t>
            </a:r>
          </a:p>
          <a:p xmlns:a="http://schemas.openxmlformats.org/drawingml/2006/main">
            <a:r>
              <a:t>Não criar usuários reais durante a apresentação. Se demonstrar, siga o perfil fictício e a pasta de estado do laboratório. --help não pede credenciais.</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Crie src/bin/mqtt-client e digite os cinco arquivos na ordem R09. CLI significa interface de linha de comando. A CLI valida argumentos, o módulo de credenciais cuida de entradas sensíveis, TLS configura certificados e session coordena a comunicação. Rumqttc oferece o cliente MQTT e seu processamento de eventos. Futures-util fornece utilidades assíncronas utilizadas pelo projeto. Publicar envia uma mensagem para um tópico; assinar pede que mensagens desse tópico sejam entregues ao cliente. O broker fica entre os clientes.</a:t>
            </a:r>
          </a:p>
          <a:p xmlns:a="http://schemas.openxmlformats.org/drawingml/2006/main">
            <a:r>
              <a:t/>
            </a:r>
          </a:p>
          <a:p xmlns:a="http://schemas.openxmlformats.org/drawingml/2006/main">
            <a:r>
              <a:t>ORIENTAÇÕES PRIVADAS AO APRESENTADOR</a:t>
            </a:r>
          </a:p>
          <a:p xmlns:a="http://schemas.openxmlformats.org/drawingml/2006/main">
            <a:r>
              <a:t>Mostre que o cliente não entrega diretamente a outro cliente. Se alguma biblioteca surgir pela primeira vez, abra sua explicação em BIBLIOTECAS.md antes de digitar a chamada.</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A última etapa completa os documentos e configurações, valida o código e demonstra troca de mensagens num laboratório isolado. Antes de criar o commit, revisaremos todos os arquivos que vão entrar no Git. O resultado pode ter o mesmo conteúdo do primeiro commit histórico, mas terá outro identificador por causa de autor, data e outros metadados.</a:t>
            </a:r>
          </a:p>
          <a:p xmlns:a="http://schemas.openxmlformats.org/drawingml/2006/main">
            <a:r>
              <a:t/>
            </a:r>
          </a:p>
          <a:p xmlns:a="http://schemas.openxmlformats.org/drawingml/2006/main">
            <a:r>
              <a:t>ORIENTAÇÕES PRIVADAS AO APRESENTADOR</a:t>
            </a:r>
          </a:p>
          <a:p xmlns:a="http://schemas.openxmlformats.org/drawingml/2006/main">
            <a:r>
              <a:t>Mantenha estado, certificados e segredos fora da pasta Git. Reforce que esta fase reconstrói o primeiro commit e não afirma paridade atual com Mosquitto.</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Compare a árvore de arquivos com o manifesto da etapa. Digite os documentos e exemplos restantes sem mudar os arquivos que já estão completos. Um arquivo de exemplo não deve ser executado automaticamente: o exemplo minimal_mqtt possui endereço LAN histórico e não é nosso laboratório loopback. Também não acrescente arquivos ao snapshot que será comparado byte a byte. A licença foi adicionada em commit posterior, por isso R10 histórico não contém LICENSE. Essa observação descreve o histórico e não significa que podemos publicar um projeto novo ignorando licenciamento.</a:t>
            </a:r>
          </a:p>
          <a:p xmlns:a="http://schemas.openxmlformats.org/drawingml/2006/main">
            <a:r>
              <a:t/>
            </a:r>
          </a:p>
          <a:p xmlns:a="http://schemas.openxmlformats.org/drawingml/2006/main">
            <a:r>
              <a:t>ORIENTAÇÕES PRIVADAS AO APRESENTADOR</a:t>
            </a:r>
          </a:p>
          <a:p xmlns:a="http://schemas.openxmlformats.org/drawingml/2006/main">
            <a:r>
              <a:t>Confira a lista completa de 35 arquivos no ZIP R10. Evite mostrar senhas ou chaves do computador do professor.</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Build produz os executáveis. Check verifica os alvos sem terminar todo o processo de geração do binário. Fmt confere estilo e test executa os testes. Clippy é um analisador que aponta problemas e sugestões. Menos D warnings transforma avisos em erros nesse comando. A validação histórica passou build e check no Windows e Ubuntu, e 52 testes Linux. Clippy 1.99 apontou assert_is_empty no snapshot original. O guia mostra a correção em cópia separada, mantendo R10 fiel ao commit. Um erro de lint não significa que o programa deixou de compilar.</a:t>
            </a:r>
          </a:p>
          <a:p xmlns:a="http://schemas.openxmlformats.org/drawingml/2006/main">
            <a:r>
              <a:t/>
            </a:r>
          </a:p>
          <a:p xmlns:a="http://schemas.openxmlformats.org/drawingml/2006/main">
            <a:r>
              <a:t>ORIENTAÇÕES PRIVADAS AO APRESENTADOR</a:t>
            </a:r>
          </a:p>
          <a:p xmlns:a="http://schemas.openxmlformats.org/drawingml/2006/main">
            <a:r>
              <a:t>A aula usa os resultados registrados, não um resultado novo desta apresentação. Evite anunciar PASS geral no snapshot original porque seu Clippy falhou. Mostre VALIDACAO.json se perguntarem.</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Abra três terminais no Ubuntu ou WSL. Primeiro inicie o broker em open-lab, com endereço loopback, porta 18839 e estado fora da pasta do projeto. Depois abra um assinante do tópico aula/mensagem e, por último, publique um texto fictício pelo terceiro terminal. Loopback restringe a comunicação à própria máquina. O assinante deve receber a mensagem. Use os comandos completos da Aula 15, porque as opções de client ID, modo e QoS fazem parte do ensaio. Ao terminar, encerre apenas os processos desse laboratório.</a:t>
            </a:r>
          </a:p>
          <a:p xmlns:a="http://schemas.openxmlformats.org/drawingml/2006/main">
            <a:r>
              <a:t/>
            </a:r>
          </a:p>
          <a:p xmlns:a="http://schemas.openxmlformats.org/drawingml/2006/main">
            <a:r>
              <a:t>ORIENTAÇÕES PRIVADAS AO APRESENTADOR</a:t>
            </a:r>
          </a:p>
          <a:p xmlns:a="http://schemas.openxmlformats.org/drawingml/2006/main">
            <a:r>
              <a:t>Não substituir o broker instalado ou alterar firewall. Se a porta já estiver ocupada, revise o prompt do exercício e escolha outra porta de laboratório. O fluxo de mensagem é publicador-broker-assinante, a ordem de inicialização é outra.</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Git init cria o repositório local do exercício com a branch main. Status mostra o que mudou. Add coloca arquivos na área de preparação, e diff cached permite revisar exatamente o que será registrado. Antes de commit, confira que não entraram estado de execução, certificados ou senhas. Commit cria o registro local. Seu SHA será diferente do histórico mesmo que os arquivos sejam iguais, porque metadados participam do identificador. Não faça force push nem substitua o repositório real do XMQR para realizar este exercício.</a:t>
            </a:r>
          </a:p>
          <a:p xmlns:a="http://schemas.openxmlformats.org/drawingml/2006/main">
            <a:r>
              <a:t/>
            </a:r>
          </a:p>
          <a:p xmlns:a="http://schemas.openxmlformats.org/drawingml/2006/main">
            <a:r>
              <a:t>ORIENTAÇÕES PRIVADAS AO APRESENTADOR</a:t>
            </a:r>
          </a:p>
          <a:p xmlns:a="http://schemas.openxmlformats.org/drawingml/2006/main">
            <a:r>
              <a:t>Se identidade Git estiver ausente, configure-a apenas no exercício conforme o guia. Não reaproveitar identidade fictícia de ensaio como identidade do aluno. Não executar este comando no repo real durante gravação.</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FALA SUGERIDA AOS ALUNOS</a:t>
            </a:r>
          </a:p>
          <a:p xmlns:a="http://schemas.openxmlformats.org/drawingml/2006/main">
            <a:r>
              <a:t>Concluímos a reconstrução didática do primeiro commit. Temos uma base para entender a estrutura e continuar evoluindo por incrementos. O guia mantém os arquivos completos, números de linha e explicações, enquanto os slides apresentam o caminho das aulas. Nas próximas entregas, cada funcionalidade deve vir com prompt preparado, código acumulado e validação registrada. Não confunda as capacidades do primeiro snapshot com as versões posteriores do sistema ou com equivalência ao Mosquitto.</a:t>
            </a:r>
          </a:p>
          <a:p xmlns:a="http://schemas.openxmlformats.org/drawingml/2006/main">
            <a:r>
              <a:t/>
            </a:r>
          </a:p>
          <a:p xmlns:a="http://schemas.openxmlformats.org/drawingml/2006/main">
            <a:r>
              <a:t>ORIENTAÇÕES PRIVADAS AO APRESENTADOR</a:t>
            </a:r>
          </a:p>
          <a:p xmlns:a="http://schemas.openxmlformats.org/drawingml/2006/main">
            <a:r>
              <a:t>Finalize apontando para o guia HTML e os ZIPs R01 a R10. Não prometa cronograma nem recursos ainda não implementados.</a:t>
            </a:r>
          </a:p>
          <a:p xmlns:a="http://schemas.openxmlformats.org/drawingml/2006/main">
            <a:r>
              <a:t/>
            </a:r>
          </a:p>
          <a:p xmlns:a="http://schemas.openxmlformats.org/drawingml/2006/main">
            <a:r>
              <a:t>FONTES</a:t>
            </a:r>
          </a:p>
          <a:p xmlns:a="http://schemas.openxmlformats.org/drawingml/2006/main">
            <a:r>
              <a:t>Guia P77, ROTEIRO.md e BIBLIOTECAS.md, snapshot f7efe357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3e05bcee6d4d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a7fe11186d44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c34560d37e4b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562f7689c34e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6bbd181dff41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9e0b24d1a849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E1EB09-C914-4954-9587-6C7316177E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D8F139-7677-43A4-A3CC-332FBE2B625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391A9A-0C4E-4902-943C-C42BD1AE69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89EC23-F033-469E-B0B9-BB7D15434C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05C77F-F60C-401E-8132-94B420A06A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CDFDA-3B69-490F-87D8-57ADEF534F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BD2817-CED5-40B9-9BB4-CB419A9A43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901315-937D-4BBC-81DD-823AD440C2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F4C1AF-F8B9-44D1-87F4-E1DDE4B988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B746E8-84DB-4977-91D2-3337DE07B0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da4f40d9ac4ef7" /><Relationship Type="http://schemas.openxmlformats.org/officeDocument/2006/relationships/slideLayout" Target="/ppt/slideLayouts/slideLayout1.xml" Id="R9aaaac1a51074422" /><Relationship Type="http://schemas.openxmlformats.org/officeDocument/2006/relationships/slideLayout" Target="/ppt/slideLayouts/slideLayout2.xml" Id="Rab07bb9388a44b85" /><Relationship Type="http://schemas.openxmlformats.org/officeDocument/2006/relationships/slideLayout" Target="/ppt/slideLayouts/slideLayout3.xml" Id="R513c329bdb534008" /><Relationship Type="http://schemas.openxmlformats.org/officeDocument/2006/relationships/slideLayout" Target="/ppt/slideLayouts/slideLayout4.xml" Id="Ra5819c0a84c74a8e" /><Relationship Type="http://schemas.openxmlformats.org/officeDocument/2006/relationships/slideLayout" Target="/ppt/slideLayouts/slideLayout5.xml" Id="R723cf130fcf74fa6" /><Relationship Type="http://schemas.openxmlformats.org/officeDocument/2006/relationships/slideLayout" Target="/ppt/slideLayouts/slideLayout6.xml" Id="R0b2b5944b9974e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aaac1a51074422"/>
    <p:sldLayoutId xmlns:r="http://schemas.openxmlformats.org/officeDocument/2006/relationships" id="2147483650" r:id="Rab07bb9388a44b85"/>
    <p:sldLayoutId xmlns:r="http://schemas.openxmlformats.org/officeDocument/2006/relationships" id="2147483651" r:id="R513c329bdb534008"/>
    <p:sldLayoutId xmlns:r="http://schemas.openxmlformats.org/officeDocument/2006/relationships" id="2147483652" r:id="Ra5819c0a84c74a8e"/>
    <p:sldLayoutId xmlns:r="http://schemas.openxmlformats.org/officeDocument/2006/relationships" id="2147483653" r:id="R723cf130fcf74fa6"/>
    <p:sldLayoutId xmlns:r="http://schemas.openxmlformats.org/officeDocument/2006/relationships" id="2147483654" r:id="R0b2b5944b9974e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ae6122f533492b" /><Relationship Type="http://schemas.openxmlformats.org/officeDocument/2006/relationships/notesSlide" Target="/ppt/notesSlides/notesSlide1.xml" Id="R3438ad77df66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5982c05e2948c6" /><Relationship Type="http://schemas.openxmlformats.org/officeDocument/2006/relationships/notesSlide" Target="/ppt/notesSlides/notesSlide2.xml" Id="R787466f594de4a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8685575e92457d" /><Relationship Type="http://schemas.openxmlformats.org/officeDocument/2006/relationships/notesSlide" Target="/ppt/notesSlides/notesSlide3.xml" Id="R4de9e7cef6664d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5f2f6e666642d8" /><Relationship Type="http://schemas.openxmlformats.org/officeDocument/2006/relationships/notesSlide" Target="/ppt/notesSlides/notesSlide4.xml" Id="Ra802cd64895b42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663e8fab134c2a" /><Relationship Type="http://schemas.openxmlformats.org/officeDocument/2006/relationships/notesSlide" Target="/ppt/notesSlides/notesSlide5.xml" Id="Rf4ffcc70f95447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26289a51ba4ed5" /><Relationship Type="http://schemas.openxmlformats.org/officeDocument/2006/relationships/notesSlide" Target="/ppt/notesSlides/notesSlide6.xml" Id="R30e29ab48c5445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5b3d10023c4ce1" /><Relationship Type="http://schemas.openxmlformats.org/officeDocument/2006/relationships/notesSlide" Target="/ppt/notesSlides/notesSlide7.xml" Id="R76a6f1d424cb4d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ce4bce8d2944ca" /><Relationship Type="http://schemas.openxmlformats.org/officeDocument/2006/relationships/notesSlide" Target="/ppt/notesSlides/notesSlide8.xml" Id="Re7b727b843cc4f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8f9c8f886d4667" /><Relationship Type="http://schemas.openxmlformats.org/officeDocument/2006/relationships/notesSlide" Target="/ppt/notesSlides/notesSlide9.xml" Id="R6a66e4144e5348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6584683aa046fe" /><Relationship Type="http://schemas.openxmlformats.org/officeDocument/2006/relationships/notesSlide" Target="/ppt/notesSlides/notesSlide10.xml" Id="R59e40b1a35dd4f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2f497c9cbc4651" /><Relationship Type="http://schemas.openxmlformats.org/officeDocument/2006/relationships/notesSlide" Target="/ppt/notesSlides/notesSlide11.xml" Id="Rd33d61c2b95240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ce9c7e7c70447c" /><Relationship Type="http://schemas.openxmlformats.org/officeDocument/2006/relationships/notesSlide" Target="/ppt/notesSlides/notesSlide12.xml" Id="Rce56620fe76b4a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4b5b08807544904" /><Relationship Type="http://schemas.openxmlformats.org/officeDocument/2006/relationships/notesSlide" Target="/ppt/notesSlides/notesSlide13.xml" Id="R6e72616c2caa4d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36f8cb5bd454378" /><Relationship Type="http://schemas.openxmlformats.org/officeDocument/2006/relationships/notesSlide" Target="/ppt/notesSlides/notesSlide14.xml" Id="Re8f2a6e0a9894a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7abed2cddf246f2" /><Relationship Type="http://schemas.openxmlformats.org/officeDocument/2006/relationships/notesSlide" Target="/ppt/notesSlides/notesSlide15.xml" Id="R2b01440e505944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feca9eb9ec7431e" /><Relationship Type="http://schemas.openxmlformats.org/officeDocument/2006/relationships/notesSlide" Target="/ppt/notesSlides/notesSlide16.xml" Id="R540adaa58a5844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3e9da282f142fd" /><Relationship Type="http://schemas.openxmlformats.org/officeDocument/2006/relationships/notesSlide" Target="/ppt/notesSlides/notesSlide17.xml" Id="R739be48b370447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7648927a0224951" /><Relationship Type="http://schemas.openxmlformats.org/officeDocument/2006/relationships/notesSlide" Target="/ppt/notesSlides/notesSlide18.xml" Id="R0b5f35647ede48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6b06a4910704211" /><Relationship Type="http://schemas.openxmlformats.org/officeDocument/2006/relationships/notesSlide" Target="/ppt/notesSlides/notesSlide19.xml" Id="Refb09e2514424e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8be9bab88f24405" /><Relationship Type="http://schemas.openxmlformats.org/officeDocument/2006/relationships/notesSlide" Target="/ppt/notesSlides/notesSlide20.xml" Id="R763c5a97deb445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94cad0b65d04d1a" /><Relationship Type="http://schemas.openxmlformats.org/officeDocument/2006/relationships/notesSlide" Target="/ppt/notesSlides/notesSlide21.xml" Id="Rb5c5289896064c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39fb7a2b7594b69" /><Relationship Type="http://schemas.openxmlformats.org/officeDocument/2006/relationships/notesSlide" Target="/ppt/notesSlides/notesSlide22.xml" Id="Rf4481ae0d9044cf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7e8b16c8e5c4f94" /><Relationship Type="http://schemas.openxmlformats.org/officeDocument/2006/relationships/notesSlide" Target="/ppt/notesSlides/notesSlide23.xml" Id="R65f6b186a58849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15f671c171b4e75" /><Relationship Type="http://schemas.openxmlformats.org/officeDocument/2006/relationships/notesSlide" Target="/ppt/notesSlides/notesSlide24.xml" Id="Rf35b4d5f6d5d40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134840e02674aad" /><Relationship Type="http://schemas.openxmlformats.org/officeDocument/2006/relationships/notesSlide" Target="/ppt/notesSlides/notesSlide25.xml" Id="R0bc02be78dee489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0293bde918d487e" /><Relationship Type="http://schemas.openxmlformats.org/officeDocument/2006/relationships/notesSlide" Target="/ppt/notesSlides/notesSlide26.xml" Id="R4e296f6987fd44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b92d9b06df640ee" /><Relationship Type="http://schemas.openxmlformats.org/officeDocument/2006/relationships/notesSlide" Target="/ppt/notesSlides/notesSlide27.xml" Id="R4b8970af18b046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a4bc4d542654673" /><Relationship Type="http://schemas.openxmlformats.org/officeDocument/2006/relationships/notesSlide" Target="/ppt/notesSlides/notesSlide28.xml" Id="R1b3e0e72d7e34c6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776a019eb4f43c6" /><Relationship Type="http://schemas.openxmlformats.org/officeDocument/2006/relationships/notesSlide" Target="/ppt/notesSlides/notesSlide29.xml" Id="Rcdb53aafd63f4d8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126755f3cb54a0f" /><Relationship Type="http://schemas.openxmlformats.org/officeDocument/2006/relationships/notesSlide" Target="/ppt/notesSlides/notesSlide30.xml" Id="R1411929807ad4d8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1be2f9256d74475" /><Relationship Type="http://schemas.openxmlformats.org/officeDocument/2006/relationships/notesSlide" Target="/ppt/notesSlides/notesSlide31.xml" Id="Rc38d7993fee8495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240bcd3915a40f4" /><Relationship Type="http://schemas.openxmlformats.org/officeDocument/2006/relationships/notesSlide" Target="/ppt/notesSlides/notesSlide32.xml" Id="R7a2901e251974dd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a700eab69b548b2" /><Relationship Type="http://schemas.openxmlformats.org/officeDocument/2006/relationships/notesSlide" Target="/ppt/notesSlides/notesSlide33.xml" Id="Rc171cca1999e46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1b38b2ff1864d7c" /><Relationship Type="http://schemas.openxmlformats.org/officeDocument/2006/relationships/notesSlide" Target="/ppt/notesSlides/notesSlide34.xml" Id="R9f06cfb10283459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58f17ef2c5b46f6" /><Relationship Type="http://schemas.openxmlformats.org/officeDocument/2006/relationships/notesSlide" Target="/ppt/notesSlides/notesSlide35.xml" Id="Rc2d3ea6e0eb047cd" /></Relationships>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p79-1">
            <a:extLst xmlns:a="http://schemas.openxmlformats.org/drawingml/2006/main">
              <a:ext uri="{FF2B5EF4-FFF2-40B4-BE49-F238E27FC236}">
                <a16:creationId xmlns:a16="http://schemas.microsoft.com/office/drawing/2014/main" id="{100C0C3A-D37E-4220-9626-F4FB81B7905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
            <a:extLst xmlns:a="http://schemas.openxmlformats.org/drawingml/2006/main">
              <a:ext uri="{FF2B5EF4-FFF2-40B4-BE49-F238E27FC236}">
                <a16:creationId xmlns:a16="http://schemas.microsoft.com/office/drawing/2014/main" id="{3739B917-BB15-4E93-8D4B-A003E39205A5}"/>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C6DDEE"/>
                </a:solidFill>
                <a:latin typeface="Arial"/>
                <a:ea typeface="Arial"/>
                <a:cs typeface="Arial"/>
              </a:defRPr>
            </a:defPPr>
          </a:lstStyle>
          <a:p xmlns:a="http://schemas.openxmlformats.org/drawingml/2006/main">
            <a:pPr>
              <a:defRPr sz="1425" b="1">
                <a:solidFill>
                  <a:srgbClr val="C6DDEE"/>
                </a:solidFill>
                <a:latin typeface="Arial"/>
                <a:ea typeface="Arial"/>
                <a:cs typeface="Arial"/>
              </a:defRPr>
            </a:pPr>
            <a:r>
              <a:rPr sz="1425" b="1">
                <a:solidFill>
                  <a:srgbClr val="C6DDEE"/>
                </a:solidFill>
                <a:latin typeface="Arial"/>
                <a:ea typeface="Arial"/>
                <a:cs typeface="Arial"/>
              </a:rPr>
              <a:t>Curso</a:t>
            </a:r>
          </a:p>
        </p:txBody>
      </p:sp>
      <p:sp>
        <p:nvSpPr>
          <p:cNvPr id="3" name="p79-3">
            <a:extLst xmlns:a="http://schemas.openxmlformats.org/drawingml/2006/main">
              <a:ext uri="{FF2B5EF4-FFF2-40B4-BE49-F238E27FC236}">
                <a16:creationId xmlns:a16="http://schemas.microsoft.com/office/drawing/2014/main" id="{C48D4197-39E3-431E-B474-DFEEFF7CD315}"/>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C6DDEE"/>
                </a:solidFill>
                <a:latin typeface="Arial"/>
                <a:ea typeface="Arial"/>
                <a:cs typeface="Arial"/>
              </a:defRPr>
            </a:defPPr>
          </a:lstStyle>
          <a:p xmlns:a="http://schemas.openxmlformats.org/drawingml/2006/main">
            <a:pPr>
              <a:defRPr sz="1575" b="0">
                <a:solidFill>
                  <a:srgbClr val="C6DDEE"/>
                </a:solidFill>
                <a:latin typeface="Arial"/>
                <a:ea typeface="Arial"/>
                <a:cs typeface="Arial"/>
              </a:defRPr>
            </a:pPr>
            <a:r>
              <a:rPr sz="1575" b="0">
                <a:solidFill>
                  <a:srgbClr val="C6DDEE"/>
                </a:solidFill>
                <a:latin typeface="Arial"/>
                <a:ea typeface="Arial"/>
                <a:cs typeface="Arial"/>
              </a:rPr>
              <a:t>Apresentação</a:t>
            </a:r>
          </a:p>
        </p:txBody>
      </p:sp>
      <p:sp>
        <p:nvSpPr>
          <p:cNvPr id="4" name="p79-4">
            <a:extLst xmlns:a="http://schemas.openxmlformats.org/drawingml/2006/main">
              <a:ext uri="{FF2B5EF4-FFF2-40B4-BE49-F238E27FC236}">
                <a16:creationId xmlns:a16="http://schemas.microsoft.com/office/drawing/2014/main" id="{2F80D3E6-7734-46FF-A708-52D406D2924C}"/>
              </a:ext>
            </a:extLst>
          </p:cNvPr>
          <p:cNvSpPr>
            <a:spLocks xmlns:a="http://schemas.openxmlformats.org/drawingml/2006/main" noGrp="1"/>
          </p:cNvSpPr>
          <p:nvPr/>
        </p:nvSpPr>
        <p:spPr>
          <a:xfrm xmlns:a="http://schemas.openxmlformats.org/drawingml/2006/main">
            <a:off x="685800" y="1390650"/>
            <a:ext cx="108204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Da lógica ao Broker e Clientes MQTT utilizando Rust</a:t>
            </a:r>
          </a:p>
        </p:txBody>
      </p:sp>
      <p:sp>
        <p:nvSpPr>
          <p:cNvPr id="5" name="p79-5">
            <a:extLst xmlns:a="http://schemas.openxmlformats.org/drawingml/2006/main">
              <a:ext uri="{FF2B5EF4-FFF2-40B4-BE49-F238E27FC236}">
                <a16:creationId xmlns:a16="http://schemas.microsoft.com/office/drawing/2014/main" id="{8546D0EB-B0E2-4EC4-BEA8-E64722A358E6}"/>
              </a:ext>
            </a:extLst>
          </p:cNvPr>
          <p:cNvSpPr>
            <a:spLocks xmlns:a="http://schemas.openxmlformats.org/drawingml/2006/main" noGrp="1"/>
          </p:cNvSpPr>
          <p:nvPr/>
        </p:nvSpPr>
        <p:spPr>
          <a:xfrm xmlns:a="http://schemas.openxmlformats.org/drawingml/2006/main">
            <a:off x="685800" y="345757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EFB492"/>
                </a:solidFill>
                <a:latin typeface="Arial"/>
                <a:ea typeface="Arial"/>
                <a:cs typeface="Arial"/>
              </a:defRPr>
            </a:defPPr>
          </a:lstStyle>
          <a:p xmlns:a="http://schemas.openxmlformats.org/drawingml/2006/main">
            <a:pPr>
              <a:defRPr sz="1575" b="1">
                <a:solidFill>
                  <a:srgbClr val="EFB492"/>
                </a:solidFill>
                <a:latin typeface="Arial"/>
                <a:ea typeface="Arial"/>
                <a:cs typeface="Arial"/>
              </a:defRPr>
            </a:pPr>
            <a:r>
              <a:rPr sz="1575" b="1">
                <a:solidFill>
                  <a:srgbClr val="EFB492"/>
                </a:solidFill>
                <a:latin typeface="Arial"/>
                <a:ea typeface="Arial"/>
                <a:cs typeface="Arial"/>
              </a:rPr>
              <a:t>01</a:t>
            </a:r>
          </a:p>
        </p:txBody>
      </p:sp>
      <p:sp>
        <p:nvSpPr>
          <p:cNvPr id="6" name="p79-6">
            <a:extLst xmlns:a="http://schemas.openxmlformats.org/drawingml/2006/main">
              <a:ext uri="{FF2B5EF4-FFF2-40B4-BE49-F238E27FC236}">
                <a16:creationId xmlns:a16="http://schemas.microsoft.com/office/drawing/2014/main" id="{2C566217-489E-4380-A903-4C6A4F4FBE60}"/>
              </a:ext>
            </a:extLst>
          </p:cNvPr>
          <p:cNvSpPr>
            <a:spLocks xmlns:a="http://schemas.openxmlformats.org/drawingml/2006/main" noGrp="1"/>
          </p:cNvSpPr>
          <p:nvPr/>
        </p:nvSpPr>
        <p:spPr>
          <a:xfrm xmlns:a="http://schemas.openxmlformats.org/drawingml/2006/main">
            <a:off x="1276350" y="345757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Construção progressiva de um broker e seus clientes</a:t>
            </a:r>
          </a:p>
        </p:txBody>
      </p:sp>
      <p:sp>
        <p:nvSpPr>
          <p:cNvPr id="7" name="p79-7">
            <a:extLst xmlns:a="http://schemas.openxmlformats.org/drawingml/2006/main">
              <a:ext uri="{FF2B5EF4-FFF2-40B4-BE49-F238E27FC236}">
                <a16:creationId xmlns:a16="http://schemas.microsoft.com/office/drawing/2014/main" id="{893135C5-FB80-4F10-A6F3-1D437F104953}"/>
              </a:ext>
            </a:extLst>
          </p:cNvPr>
          <p:cNvSpPr>
            <a:spLocks xmlns:a="http://schemas.openxmlformats.org/drawingml/2006/main" noGrp="1"/>
          </p:cNvSpPr>
          <p:nvPr/>
        </p:nvSpPr>
        <p:spPr>
          <a:xfrm xmlns:a="http://schemas.openxmlformats.org/drawingml/2006/main">
            <a:off x="685800" y="40386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EFB492"/>
                </a:solidFill>
                <a:latin typeface="Arial"/>
                <a:ea typeface="Arial"/>
                <a:cs typeface="Arial"/>
              </a:defRPr>
            </a:defPPr>
          </a:lstStyle>
          <a:p xmlns:a="http://schemas.openxmlformats.org/drawingml/2006/main">
            <a:pPr>
              <a:defRPr sz="1575" b="1">
                <a:solidFill>
                  <a:srgbClr val="EFB492"/>
                </a:solidFill>
                <a:latin typeface="Arial"/>
                <a:ea typeface="Arial"/>
                <a:cs typeface="Arial"/>
              </a:defRPr>
            </a:pPr>
            <a:r>
              <a:rPr sz="1575" b="1">
                <a:solidFill>
                  <a:srgbClr val="EFB492"/>
                </a:solidFill>
                <a:latin typeface="Arial"/>
                <a:ea typeface="Arial"/>
                <a:cs typeface="Arial"/>
              </a:rPr>
              <a:t>02</a:t>
            </a:r>
          </a:p>
        </p:txBody>
      </p:sp>
      <p:sp>
        <p:nvSpPr>
          <p:cNvPr id="8" name="p79-8">
            <a:extLst xmlns:a="http://schemas.openxmlformats.org/drawingml/2006/main">
              <a:ext uri="{FF2B5EF4-FFF2-40B4-BE49-F238E27FC236}">
                <a16:creationId xmlns:a16="http://schemas.microsoft.com/office/drawing/2014/main" id="{F0444C3A-B921-4E16-997B-B387B7E3F269}"/>
              </a:ext>
            </a:extLst>
          </p:cNvPr>
          <p:cNvSpPr>
            <a:spLocks xmlns:a="http://schemas.openxmlformats.org/drawingml/2006/main" noGrp="1"/>
          </p:cNvSpPr>
          <p:nvPr/>
        </p:nvSpPr>
        <p:spPr>
          <a:xfrm xmlns:a="http://schemas.openxmlformats.org/drawingml/2006/main">
            <a:off x="1276350" y="40386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Código acumulado em dez etapas, R01 a R10</a:t>
            </a:r>
          </a:p>
        </p:txBody>
      </p:sp>
      <p:sp>
        <p:nvSpPr>
          <p:cNvPr id="9" name="p79-9">
            <a:extLst xmlns:a="http://schemas.openxmlformats.org/drawingml/2006/main">
              <a:ext uri="{FF2B5EF4-FFF2-40B4-BE49-F238E27FC236}">
                <a16:creationId xmlns:a16="http://schemas.microsoft.com/office/drawing/2014/main" id="{55C621BA-A91A-4284-8B01-473A84E3D02A}"/>
              </a:ext>
            </a:extLst>
          </p:cNvPr>
          <p:cNvSpPr>
            <a:spLocks xmlns:a="http://schemas.openxmlformats.org/drawingml/2006/main" noGrp="1"/>
          </p:cNvSpPr>
          <p:nvPr/>
        </p:nvSpPr>
        <p:spPr>
          <a:xfrm xmlns:a="http://schemas.openxmlformats.org/drawingml/2006/main">
            <a:off x="685800" y="461962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EFB492"/>
                </a:solidFill>
                <a:latin typeface="Arial"/>
                <a:ea typeface="Arial"/>
                <a:cs typeface="Arial"/>
              </a:defRPr>
            </a:defPPr>
          </a:lstStyle>
          <a:p xmlns:a="http://schemas.openxmlformats.org/drawingml/2006/main">
            <a:pPr>
              <a:defRPr sz="1575" b="1">
                <a:solidFill>
                  <a:srgbClr val="EFB492"/>
                </a:solidFill>
                <a:latin typeface="Arial"/>
                <a:ea typeface="Arial"/>
                <a:cs typeface="Arial"/>
              </a:defRPr>
            </a:pPr>
            <a:r>
              <a:rPr sz="1575" b="1">
                <a:solidFill>
                  <a:srgbClr val="EFB492"/>
                </a:solidFill>
                <a:latin typeface="Arial"/>
                <a:ea typeface="Arial"/>
                <a:cs typeface="Arial"/>
              </a:rPr>
              <a:t>03</a:t>
            </a:r>
          </a:p>
        </p:txBody>
      </p:sp>
      <p:sp>
        <p:nvSpPr>
          <p:cNvPr id="10" name="p79-10">
            <a:extLst xmlns:a="http://schemas.openxmlformats.org/drawingml/2006/main">
              <a:ext uri="{FF2B5EF4-FFF2-40B4-BE49-F238E27FC236}">
                <a16:creationId xmlns:a16="http://schemas.microsoft.com/office/drawing/2014/main" id="{69BC922C-8CD7-4991-ABA0-EEDF6D5012DE}"/>
              </a:ext>
            </a:extLst>
          </p:cNvPr>
          <p:cNvSpPr>
            <a:spLocks xmlns:a="http://schemas.openxmlformats.org/drawingml/2006/main" noGrp="1"/>
          </p:cNvSpPr>
          <p:nvPr/>
        </p:nvSpPr>
        <p:spPr>
          <a:xfrm xmlns:a="http://schemas.openxmlformats.org/drawingml/2006/main">
            <a:off x="1276350" y="46196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Reconstrução do primeiro commit do XMQR 0.3.0</a:t>
            </a:r>
          </a:p>
        </p:txBody>
      </p:sp>
      <p:sp>
        <p:nvSpPr>
          <p:cNvPr id="11" name="p79-11">
            <a:extLst xmlns:a="http://schemas.openxmlformats.org/drawingml/2006/main">
              <a:ext uri="{FF2B5EF4-FFF2-40B4-BE49-F238E27FC236}">
                <a16:creationId xmlns:a16="http://schemas.microsoft.com/office/drawing/2014/main" id="{7048641F-9254-4B45-8E16-917E7CAAB263}"/>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2" name="p79-12">
            <a:extLst xmlns:a="http://schemas.openxmlformats.org/drawingml/2006/main">
              <a:ext uri="{FF2B5EF4-FFF2-40B4-BE49-F238E27FC236}">
                <a16:creationId xmlns:a16="http://schemas.microsoft.com/office/drawing/2014/main" id="{C5177E3D-31CA-4997-B9C9-8720095FD319}"/>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C6DDEE"/>
                </a:solidFill>
                <a:latin typeface="Arial"/>
                <a:ea typeface="Arial"/>
                <a:cs typeface="Arial"/>
              </a:defRPr>
            </a:defPPr>
          </a:lstStyle>
          <a:p xmlns:a="http://schemas.openxmlformats.org/drawingml/2006/main">
            <a:pPr>
              <a:defRPr sz="1125" b="0">
                <a:solidFill>
                  <a:srgbClr val="C6DDEE"/>
                </a:solidFill>
                <a:latin typeface="Arial"/>
                <a:ea typeface="Arial"/>
                <a:cs typeface="Arial"/>
              </a:defRPr>
            </a:pPr>
            <a:r>
              <a:rPr sz="1125" b="0">
                <a:solidFill>
                  <a:srgbClr val="C6DDEE"/>
                </a:solidFill>
                <a:latin typeface="Arial"/>
                <a:ea typeface="Arial"/>
                <a:cs typeface="Arial"/>
              </a:rPr>
              <a:t>XMQR 0.3.0 · reconstrução do primeiro commit</a:t>
            </a:r>
          </a:p>
        </p:txBody>
      </p:sp>
      <p:sp>
        <p:nvSpPr>
          <p:cNvPr id="13" name="p79-13">
            <a:extLst xmlns:a="http://schemas.openxmlformats.org/drawingml/2006/main">
              <a:ext uri="{FF2B5EF4-FFF2-40B4-BE49-F238E27FC236}">
                <a16:creationId xmlns:a16="http://schemas.microsoft.com/office/drawing/2014/main" id="{97C451EF-30C8-49EC-92D2-2FE8061A9838}"/>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FFFFFF"/>
                </a:solidFill>
                <a:latin typeface="Arial"/>
                <a:ea typeface="Arial"/>
                <a:cs typeface="Arial"/>
              </a:defRPr>
            </a:def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Tree>
    <p:extLst>
      <p:ext uri="{BB962C8B-B14F-4D97-AF65-F5344CB8AC3E}">
        <p14:creationId xmlns:p14="http://schemas.microsoft.com/office/powerpoint/2010/main" val="847068752"/>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6" name="p79-14">
            <a:extLst xmlns:a="http://schemas.openxmlformats.org/drawingml/2006/main">
              <a:ext uri="{FF2B5EF4-FFF2-40B4-BE49-F238E27FC236}">
                <a16:creationId xmlns:a16="http://schemas.microsoft.com/office/drawing/2014/main" id="{879B3A5A-A987-4101-A97F-D8A8DA97B6E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15">
            <a:extLst xmlns:a="http://schemas.openxmlformats.org/drawingml/2006/main">
              <a:ext uri="{FF2B5EF4-FFF2-40B4-BE49-F238E27FC236}">
                <a16:creationId xmlns:a16="http://schemas.microsoft.com/office/drawing/2014/main" id="{77AB2F52-1EB6-4F59-9F70-638DFE5818B4}"/>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16">
            <a:extLst xmlns:a="http://schemas.openxmlformats.org/drawingml/2006/main">
              <a:ext uri="{FF2B5EF4-FFF2-40B4-BE49-F238E27FC236}">
                <a16:creationId xmlns:a16="http://schemas.microsoft.com/office/drawing/2014/main" id="{AB024E43-A77E-4921-9871-EE1BA59D2C9E}"/>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17">
            <a:extLst xmlns:a="http://schemas.openxmlformats.org/drawingml/2006/main">
              <a:ext uri="{FF2B5EF4-FFF2-40B4-BE49-F238E27FC236}">
                <a16:creationId xmlns:a16="http://schemas.microsoft.com/office/drawing/2014/main" id="{4607B3DF-5CDE-4B07-A25D-34C56E595B35}"/>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que vamos entender antes de programar</a:t>
            </a:r>
          </a:p>
        </p:txBody>
      </p:sp>
      <p:sp>
        <p:nvSpPr>
          <p:cNvPr id="5" name="p79-18">
            <a:extLst xmlns:a="http://schemas.openxmlformats.org/drawingml/2006/main">
              <a:ext uri="{FF2B5EF4-FFF2-40B4-BE49-F238E27FC236}">
                <a16:creationId xmlns:a16="http://schemas.microsoft.com/office/drawing/2014/main" id="{FA4549D3-0E85-4048-B7B5-EA8FB15BE846}"/>
              </a:ext>
            </a:extLst>
          </p:cNvPr>
          <p:cNvSpPr>
            <a:spLocks xmlns:a="http://schemas.openxmlformats.org/drawingml/2006/main" noGrp="1"/>
          </p:cNvSpPr>
          <p:nvPr/>
        </p:nvSpPr>
        <p:spPr>
          <a:xfrm xmlns:a="http://schemas.openxmlformats.org/drawingml/2006/main">
            <a:off x="685800" y="26670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01</a:t>
            </a:r>
          </a:p>
        </p:txBody>
      </p:sp>
      <p:sp>
        <p:nvSpPr>
          <p:cNvPr id="6" name="p79-19">
            <a:extLst xmlns:a="http://schemas.openxmlformats.org/drawingml/2006/main">
              <a:ext uri="{FF2B5EF4-FFF2-40B4-BE49-F238E27FC236}">
                <a16:creationId xmlns:a16="http://schemas.microsoft.com/office/drawing/2014/main" id="{23ADD5FF-7383-41C4-A42E-2C5317E293B3}"/>
              </a:ext>
            </a:extLst>
          </p:cNvPr>
          <p:cNvSpPr>
            <a:spLocks xmlns:a="http://schemas.openxmlformats.org/drawingml/2006/main" noGrp="1"/>
          </p:cNvSpPr>
          <p:nvPr/>
        </p:nvSpPr>
        <p:spPr>
          <a:xfrm xmlns:a="http://schemas.openxmlformats.org/drawingml/2006/main">
            <a:off x="1276350" y="26670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A origem do Rust e do seu compilador</a:t>
            </a:r>
          </a:p>
        </p:txBody>
      </p:sp>
      <p:sp>
        <p:nvSpPr>
          <p:cNvPr id="7" name="p79-20">
            <a:extLst xmlns:a="http://schemas.openxmlformats.org/drawingml/2006/main">
              <a:ext uri="{FF2B5EF4-FFF2-40B4-BE49-F238E27FC236}">
                <a16:creationId xmlns:a16="http://schemas.microsoft.com/office/drawing/2014/main" id="{E70472B3-90CD-4016-9387-145ABB06E650}"/>
              </a:ext>
            </a:extLst>
          </p:cNvPr>
          <p:cNvSpPr>
            <a:spLocks xmlns:a="http://schemas.openxmlformats.org/drawingml/2006/main" noGrp="1"/>
          </p:cNvSpPr>
          <p:nvPr/>
        </p:nvSpPr>
        <p:spPr>
          <a:xfrm xmlns:a="http://schemas.openxmlformats.org/drawingml/2006/main">
            <a:off x="685800" y="324802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02</a:t>
            </a:r>
          </a:p>
        </p:txBody>
      </p:sp>
      <p:sp>
        <p:nvSpPr>
          <p:cNvPr id="8" name="p79-21">
            <a:extLst xmlns:a="http://schemas.openxmlformats.org/drawingml/2006/main">
              <a:ext uri="{FF2B5EF4-FFF2-40B4-BE49-F238E27FC236}">
                <a16:creationId xmlns:a16="http://schemas.microsoft.com/office/drawing/2014/main" id="{C6E5925E-BE19-4987-B57C-544217B4F41B}"/>
              </a:ext>
            </a:extLst>
          </p:cNvPr>
          <p:cNvSpPr>
            <a:spLocks xmlns:a="http://schemas.openxmlformats.org/drawingml/2006/main" noGrp="1"/>
          </p:cNvSpPr>
          <p:nvPr/>
        </p:nvSpPr>
        <p:spPr>
          <a:xfrm xmlns:a="http://schemas.openxmlformats.org/drawingml/2006/main">
            <a:off x="1276350" y="32480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O caminho do texto ao executável</a:t>
            </a:r>
          </a:p>
        </p:txBody>
      </p:sp>
      <p:sp>
        <p:nvSpPr>
          <p:cNvPr id="9" name="p79-22">
            <a:extLst xmlns:a="http://schemas.openxmlformats.org/drawingml/2006/main">
              <a:ext uri="{FF2B5EF4-FFF2-40B4-BE49-F238E27FC236}">
                <a16:creationId xmlns:a16="http://schemas.microsoft.com/office/drawing/2014/main" id="{A4BEC58E-89D2-45E1-A003-6EC15779394B}"/>
              </a:ext>
            </a:extLst>
          </p:cNvPr>
          <p:cNvSpPr>
            <a:spLocks xmlns:a="http://schemas.openxmlformats.org/drawingml/2006/main" noGrp="1"/>
          </p:cNvSpPr>
          <p:nvPr/>
        </p:nvSpPr>
        <p:spPr>
          <a:xfrm xmlns:a="http://schemas.openxmlformats.org/drawingml/2006/main">
            <a:off x="685800" y="382905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03</a:t>
            </a:r>
          </a:p>
        </p:txBody>
      </p:sp>
      <p:sp>
        <p:nvSpPr>
          <p:cNvPr id="10" name="p79-23">
            <a:extLst xmlns:a="http://schemas.openxmlformats.org/drawingml/2006/main">
              <a:ext uri="{FF2B5EF4-FFF2-40B4-BE49-F238E27FC236}">
                <a16:creationId xmlns:a16="http://schemas.microsoft.com/office/drawing/2014/main" id="{4FC4472B-8EF9-4756-8820-0C8A023848FB}"/>
              </a:ext>
            </a:extLst>
          </p:cNvPr>
          <p:cNvSpPr>
            <a:spLocks xmlns:a="http://schemas.openxmlformats.org/drawingml/2006/main" noGrp="1"/>
          </p:cNvSpPr>
          <p:nvPr/>
        </p:nvSpPr>
        <p:spPr>
          <a:xfrm xmlns:a="http://schemas.openxmlformats.org/drawingml/2006/main">
            <a:off x="1276350" y="38290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O papel do LLVM e a comparação com C</a:t>
            </a:r>
          </a:p>
        </p:txBody>
      </p:sp>
      <p:sp>
        <p:nvSpPr>
          <p:cNvPr id="11" name="p79-24">
            <a:extLst xmlns:a="http://schemas.openxmlformats.org/drawingml/2006/main">
              <a:ext uri="{FF2B5EF4-FFF2-40B4-BE49-F238E27FC236}">
                <a16:creationId xmlns:a16="http://schemas.microsoft.com/office/drawing/2014/main" id="{394E7435-E8F6-47E8-A008-3EFC03AA5BA9}"/>
              </a:ext>
            </a:extLst>
          </p:cNvPr>
          <p:cNvSpPr>
            <a:spLocks xmlns:a="http://schemas.openxmlformats.org/drawingml/2006/main" noGrp="1"/>
          </p:cNvSpPr>
          <p:nvPr/>
        </p:nvSpPr>
        <p:spPr>
          <a:xfrm xmlns:a="http://schemas.openxmlformats.org/drawingml/2006/main">
            <a:off x="685800" y="441007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04</a:t>
            </a:r>
          </a:p>
        </p:txBody>
      </p:sp>
      <p:sp>
        <p:nvSpPr>
          <p:cNvPr id="12" name="p79-25">
            <a:extLst xmlns:a="http://schemas.openxmlformats.org/drawingml/2006/main">
              <a:ext uri="{FF2B5EF4-FFF2-40B4-BE49-F238E27FC236}">
                <a16:creationId xmlns:a16="http://schemas.microsoft.com/office/drawing/2014/main" id="{CF371A9A-C02A-4BBA-8CB0-70D8A32B8B0D}"/>
              </a:ext>
            </a:extLst>
          </p:cNvPr>
          <p:cNvSpPr>
            <a:spLocks xmlns:a="http://schemas.openxmlformats.org/drawingml/2006/main" noGrp="1"/>
          </p:cNvSpPr>
          <p:nvPr/>
        </p:nvSpPr>
        <p:spPr>
          <a:xfrm xmlns:a="http://schemas.openxmlformats.org/drawingml/2006/main">
            <a:off x="1276350" y="441007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As garantias e os limites da linguagem</a:t>
            </a:r>
          </a:p>
        </p:txBody>
      </p:sp>
      <p:sp>
        <p:nvSpPr>
          <p:cNvPr id="13" name="p79-26">
            <a:extLst xmlns:a="http://schemas.openxmlformats.org/drawingml/2006/main">
              <a:ext uri="{FF2B5EF4-FFF2-40B4-BE49-F238E27FC236}">
                <a16:creationId xmlns:a16="http://schemas.microsoft.com/office/drawing/2014/main" id="{56238ED9-8247-4738-9FFA-CEC93192BA1C}"/>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4" name="p79-27">
            <a:extLst xmlns:a="http://schemas.openxmlformats.org/drawingml/2006/main">
              <a:ext uri="{FF2B5EF4-FFF2-40B4-BE49-F238E27FC236}">
                <a16:creationId xmlns:a16="http://schemas.microsoft.com/office/drawing/2014/main" id="{B7948C2F-81F4-41B5-BC0B-FD0C62B95986}"/>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5" name="p79-28">
            <a:extLst xmlns:a="http://schemas.openxmlformats.org/drawingml/2006/main">
              <a:ext uri="{FF2B5EF4-FFF2-40B4-BE49-F238E27FC236}">
                <a16:creationId xmlns:a16="http://schemas.microsoft.com/office/drawing/2014/main" id="{C940BC11-DC36-4C2A-A12B-949CA5085887}"/>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02</a:t>
            </a:r>
          </a:p>
        </p:txBody>
      </p:sp>
    </p:spTree>
    <p:extLst>
      <p:ext uri="{BB962C8B-B14F-4D97-AF65-F5344CB8AC3E}">
        <p14:creationId xmlns:p14="http://schemas.microsoft.com/office/powerpoint/2010/main" val="2081829663"/>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4B9BE88D-6A5D-456E-8252-6E13329861DC}"/>
              </a:ext>
            </a:extLst>
          </p:cNvPr>
          <p:cNvCxnSpPr>
            <a:stCxn xmlns:a="http://schemas.openxmlformats.org/drawingml/2006/main" id="11" idx="3"/>
            <a:endCxn xmlns:a="http://schemas.openxmlformats.org/drawingml/2006/main" id="14" idx="1"/>
          </p:cNvCxnSpPr>
          <p:nvPr/>
        </p:nvCxnSpPr>
        <p:spPr>
          <a:xfrm xmlns:a="http://schemas.openxmlformats.org/drawingml/2006/main">
            <a:off x="87439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8" name="">
            <a:extLst xmlns:a="http://schemas.openxmlformats.org/drawingml/2006/main">
              <a:ext uri="{FF2B5EF4-FFF2-40B4-BE49-F238E27FC236}">
                <a16:creationId xmlns:a16="http://schemas.microsoft.com/office/drawing/2014/main" id="{A05B66A9-110D-4D26-8377-4E22B4EB4963}"/>
              </a:ext>
            </a:extLst>
          </p:cNvPr>
          <p:cNvCxnSpPr>
            <a:stCxn xmlns:a="http://schemas.openxmlformats.org/drawingml/2006/main" id="8" idx="3"/>
            <a:endCxn xmlns:a="http://schemas.openxmlformats.org/drawingml/2006/main" id="11" idx="1"/>
          </p:cNvCxnSpPr>
          <p:nvPr/>
        </p:nvCxnSpPr>
        <p:spPr>
          <a:xfrm xmlns:a="http://schemas.openxmlformats.org/drawingml/2006/main">
            <a:off x="5981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7" name="">
            <a:extLst xmlns:a="http://schemas.openxmlformats.org/drawingml/2006/main">
              <a:ext uri="{FF2B5EF4-FFF2-40B4-BE49-F238E27FC236}">
                <a16:creationId xmlns:a16="http://schemas.microsoft.com/office/drawing/2014/main" id="{B1D58E47-BD54-420D-A5DA-35EA9BA74EAE}"/>
              </a:ext>
            </a:extLst>
          </p:cNvPr>
          <p:cNvCxnSpPr>
            <a:stCxn xmlns:a="http://schemas.openxmlformats.org/drawingml/2006/main" id="5" idx="3"/>
            <a:endCxn xmlns:a="http://schemas.openxmlformats.org/drawingml/2006/main" id="8" idx="1"/>
          </p:cNvCxnSpPr>
          <p:nvPr/>
        </p:nvCxnSpPr>
        <p:spPr>
          <a:xfrm xmlns:a="http://schemas.openxmlformats.org/drawingml/2006/main">
            <a:off x="32194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4" name="p79-29">
            <a:extLst xmlns:a="http://schemas.openxmlformats.org/drawingml/2006/main">
              <a:ext uri="{FF2B5EF4-FFF2-40B4-BE49-F238E27FC236}">
                <a16:creationId xmlns:a16="http://schemas.microsoft.com/office/drawing/2014/main" id="{0EE9BD52-55A1-4D44-8792-B43951AC9EF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30">
            <a:extLst xmlns:a="http://schemas.openxmlformats.org/drawingml/2006/main">
              <a:ext uri="{FF2B5EF4-FFF2-40B4-BE49-F238E27FC236}">
                <a16:creationId xmlns:a16="http://schemas.microsoft.com/office/drawing/2014/main" id="{590B46F4-E992-4F9C-80BE-141DD61D0757}"/>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31">
            <a:extLst xmlns:a="http://schemas.openxmlformats.org/drawingml/2006/main">
              <a:ext uri="{FF2B5EF4-FFF2-40B4-BE49-F238E27FC236}">
                <a16:creationId xmlns:a16="http://schemas.microsoft.com/office/drawing/2014/main" id="{51F77988-888A-4778-86D6-A22E9BDB9CE2}"/>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32">
            <a:extLst xmlns:a="http://schemas.openxmlformats.org/drawingml/2006/main">
              <a:ext uri="{FF2B5EF4-FFF2-40B4-BE49-F238E27FC236}">
                <a16:creationId xmlns:a16="http://schemas.microsoft.com/office/drawing/2014/main" id="{614F906E-822F-4387-8A65-52925E57895A}"/>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Graydon Hoare, OCaml e Mozilla</a:t>
            </a:r>
          </a:p>
        </p:txBody>
      </p:sp>
      <p:sp>
        <p:nvSpPr>
          <p:cNvPr id="5" name="p79-33">
            <a:extLst xmlns:a="http://schemas.openxmlformats.org/drawingml/2006/main">
              <a:ext uri="{FF2B5EF4-FFF2-40B4-BE49-F238E27FC236}">
                <a16:creationId xmlns:a16="http://schemas.microsoft.com/office/drawing/2014/main" id="{0510912C-83F5-47E7-8DBB-5FC86F37D231}"/>
              </a:ext>
            </a:extLst>
          </p:cNvPr>
          <p:cNvSpPr>
            <a:spLocks xmlns:a="http://schemas.openxmlformats.org/drawingml/2006/main" noGrp="1"/>
          </p:cNvSpPr>
          <p:nvPr/>
        </p:nvSpPr>
        <p:spPr>
          <a:xfrm xmlns:a="http://schemas.openxmlformats.org/drawingml/2006/main">
            <a:off x="6858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34">
            <a:extLst xmlns:a="http://schemas.openxmlformats.org/drawingml/2006/main">
              <a:ext uri="{FF2B5EF4-FFF2-40B4-BE49-F238E27FC236}">
                <a16:creationId xmlns:a16="http://schemas.microsoft.com/office/drawing/2014/main" id="{88123A96-C974-4531-81AC-27DECF79B074}"/>
              </a:ext>
            </a:extLst>
          </p:cNvPr>
          <p:cNvSpPr>
            <a:spLocks xmlns:a="http://schemas.openxmlformats.org/drawingml/2006/main" noGrp="1"/>
          </p:cNvSpPr>
          <p:nvPr/>
        </p:nvSpPr>
        <p:spPr>
          <a:xfrm xmlns:a="http://schemas.openxmlformats.org/drawingml/2006/main">
            <a:off x="8191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35">
            <a:extLst xmlns:a="http://schemas.openxmlformats.org/drawingml/2006/main">
              <a:ext uri="{FF2B5EF4-FFF2-40B4-BE49-F238E27FC236}">
                <a16:creationId xmlns:a16="http://schemas.microsoft.com/office/drawing/2014/main" id="{5E3DBECB-CB21-4BF4-B926-6FD18CA2A286}"/>
              </a:ext>
            </a:extLst>
          </p:cNvPr>
          <p:cNvSpPr>
            <a:spLocks xmlns:a="http://schemas.openxmlformats.org/drawingml/2006/main" noGrp="1"/>
          </p:cNvSpPr>
          <p:nvPr/>
        </p:nvSpPr>
        <p:spPr>
          <a:xfrm xmlns:a="http://schemas.openxmlformats.org/drawingml/2006/main">
            <a:off x="8191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2006</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Projeto pessoal</a:t>
            </a:r>
          </a:p>
        </p:txBody>
      </p:sp>
      <p:sp>
        <p:nvSpPr>
          <p:cNvPr id="8" name="p79-36">
            <a:extLst xmlns:a="http://schemas.openxmlformats.org/drawingml/2006/main">
              <a:ext uri="{FF2B5EF4-FFF2-40B4-BE49-F238E27FC236}">
                <a16:creationId xmlns:a16="http://schemas.microsoft.com/office/drawing/2014/main" id="{F62F10C2-162E-4B6A-9C7F-CB1F43058FEF}"/>
              </a:ext>
            </a:extLst>
          </p:cNvPr>
          <p:cNvSpPr>
            <a:spLocks xmlns:a="http://schemas.openxmlformats.org/drawingml/2006/main" noGrp="1"/>
          </p:cNvSpPr>
          <p:nvPr/>
        </p:nvSpPr>
        <p:spPr>
          <a:xfrm xmlns:a="http://schemas.openxmlformats.org/drawingml/2006/main">
            <a:off x="34480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37">
            <a:extLst xmlns:a="http://schemas.openxmlformats.org/drawingml/2006/main">
              <a:ext uri="{FF2B5EF4-FFF2-40B4-BE49-F238E27FC236}">
                <a16:creationId xmlns:a16="http://schemas.microsoft.com/office/drawing/2014/main" id="{AA365904-0FD9-4283-A99D-D8D97786D61B}"/>
              </a:ext>
            </a:extLst>
          </p:cNvPr>
          <p:cNvSpPr>
            <a:spLocks xmlns:a="http://schemas.openxmlformats.org/drawingml/2006/main" noGrp="1"/>
          </p:cNvSpPr>
          <p:nvPr/>
        </p:nvSpPr>
        <p:spPr>
          <a:xfrm xmlns:a="http://schemas.openxmlformats.org/drawingml/2006/main">
            <a:off x="35814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38">
            <a:extLst xmlns:a="http://schemas.openxmlformats.org/drawingml/2006/main">
              <a:ext uri="{FF2B5EF4-FFF2-40B4-BE49-F238E27FC236}">
                <a16:creationId xmlns:a16="http://schemas.microsoft.com/office/drawing/2014/main" id="{6E2A3CB9-D1CA-40D6-8BC9-93CB26DD9EA4}"/>
              </a:ext>
            </a:extLst>
          </p:cNvPr>
          <p:cNvSpPr>
            <a:spLocks xmlns:a="http://schemas.openxmlformats.org/drawingml/2006/main" noGrp="1"/>
          </p:cNvSpPr>
          <p:nvPr/>
        </p:nvSpPr>
        <p:spPr>
          <a:xfrm xmlns:a="http://schemas.openxmlformats.org/drawingml/2006/main">
            <a:off x="35814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OCaml</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Primeiro compilador</a:t>
            </a:r>
          </a:p>
        </p:txBody>
      </p:sp>
      <p:sp>
        <p:nvSpPr>
          <p:cNvPr id="11" name="p79-39">
            <a:extLst xmlns:a="http://schemas.openxmlformats.org/drawingml/2006/main">
              <a:ext uri="{FF2B5EF4-FFF2-40B4-BE49-F238E27FC236}">
                <a16:creationId xmlns:a16="http://schemas.microsoft.com/office/drawing/2014/main" id="{5D333366-1811-4E3B-80B5-A32F38718F29}"/>
              </a:ext>
            </a:extLst>
          </p:cNvPr>
          <p:cNvSpPr>
            <a:spLocks xmlns:a="http://schemas.openxmlformats.org/drawingml/2006/main" noGrp="1"/>
          </p:cNvSpPr>
          <p:nvPr/>
        </p:nvSpPr>
        <p:spPr>
          <a:xfrm xmlns:a="http://schemas.openxmlformats.org/drawingml/2006/main">
            <a:off x="62103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40">
            <a:extLst xmlns:a="http://schemas.openxmlformats.org/drawingml/2006/main">
              <a:ext uri="{FF2B5EF4-FFF2-40B4-BE49-F238E27FC236}">
                <a16:creationId xmlns:a16="http://schemas.microsoft.com/office/drawing/2014/main" id="{286B97BE-5819-4453-B2A1-3B2E0C2117AB}"/>
              </a:ext>
            </a:extLst>
          </p:cNvPr>
          <p:cNvSpPr>
            <a:spLocks xmlns:a="http://schemas.openxmlformats.org/drawingml/2006/main" noGrp="1"/>
          </p:cNvSpPr>
          <p:nvPr/>
        </p:nvSpPr>
        <p:spPr>
          <a:xfrm xmlns:a="http://schemas.openxmlformats.org/drawingml/2006/main">
            <a:off x="63436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41">
            <a:extLst xmlns:a="http://schemas.openxmlformats.org/drawingml/2006/main">
              <a:ext uri="{FF2B5EF4-FFF2-40B4-BE49-F238E27FC236}">
                <a16:creationId xmlns:a16="http://schemas.microsoft.com/office/drawing/2014/main" id="{7AF8A5DA-A809-413D-810E-54C813218A6C}"/>
              </a:ext>
            </a:extLst>
          </p:cNvPr>
          <p:cNvSpPr>
            <a:spLocks xmlns:a="http://schemas.openxmlformats.org/drawingml/2006/main" noGrp="1"/>
          </p:cNvSpPr>
          <p:nvPr/>
        </p:nvSpPr>
        <p:spPr>
          <a:xfrm xmlns:a="http://schemas.openxmlformats.org/drawingml/2006/main">
            <a:off x="63436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2009</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Apoio da Mozilla</a:t>
            </a:r>
          </a:p>
        </p:txBody>
      </p:sp>
      <p:sp>
        <p:nvSpPr>
          <p:cNvPr id="14" name="p79-42">
            <a:extLst xmlns:a="http://schemas.openxmlformats.org/drawingml/2006/main">
              <a:ext uri="{FF2B5EF4-FFF2-40B4-BE49-F238E27FC236}">
                <a16:creationId xmlns:a16="http://schemas.microsoft.com/office/drawing/2014/main" id="{7C5C8AC9-8AF4-43E4-A34A-755B6F3416C2}"/>
              </a:ext>
            </a:extLst>
          </p:cNvPr>
          <p:cNvSpPr>
            <a:spLocks xmlns:a="http://schemas.openxmlformats.org/drawingml/2006/main" noGrp="1"/>
          </p:cNvSpPr>
          <p:nvPr/>
        </p:nvSpPr>
        <p:spPr>
          <a:xfrm xmlns:a="http://schemas.openxmlformats.org/drawingml/2006/main">
            <a:off x="89725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43">
            <a:extLst xmlns:a="http://schemas.openxmlformats.org/drawingml/2006/main">
              <a:ext uri="{FF2B5EF4-FFF2-40B4-BE49-F238E27FC236}">
                <a16:creationId xmlns:a16="http://schemas.microsoft.com/office/drawing/2014/main" id="{E9214D42-83FB-4DE7-8167-5ABB541C6382}"/>
              </a:ext>
            </a:extLst>
          </p:cNvPr>
          <p:cNvSpPr>
            <a:spLocks xmlns:a="http://schemas.openxmlformats.org/drawingml/2006/main" noGrp="1"/>
          </p:cNvSpPr>
          <p:nvPr/>
        </p:nvSpPr>
        <p:spPr>
          <a:xfrm xmlns:a="http://schemas.openxmlformats.org/drawingml/2006/main">
            <a:off x="91059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44">
            <a:extLst xmlns:a="http://schemas.openxmlformats.org/drawingml/2006/main">
              <a:ext uri="{FF2B5EF4-FFF2-40B4-BE49-F238E27FC236}">
                <a16:creationId xmlns:a16="http://schemas.microsoft.com/office/drawing/2014/main" id="{68DFA114-9E67-4E0B-B33C-184CC4076713}"/>
              </a:ext>
            </a:extLst>
          </p:cNvPr>
          <p:cNvSpPr>
            <a:spLocks xmlns:a="http://schemas.openxmlformats.org/drawingml/2006/main" noGrp="1"/>
          </p:cNvSpPr>
          <p:nvPr/>
        </p:nvSpPr>
        <p:spPr>
          <a:xfrm xmlns:a="http://schemas.openxmlformats.org/drawingml/2006/main">
            <a:off x="91059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Hoje</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rustc em Rust</a:t>
            </a:r>
          </a:p>
        </p:txBody>
      </p:sp>
      <p:sp>
        <p:nvSpPr>
          <p:cNvPr id="20" name="p79-45">
            <a:extLst xmlns:a="http://schemas.openxmlformats.org/drawingml/2006/main">
              <a:ext uri="{FF2B5EF4-FFF2-40B4-BE49-F238E27FC236}">
                <a16:creationId xmlns:a16="http://schemas.microsoft.com/office/drawing/2014/main" id="{2A0FA4C6-B2A0-4AB9-B6ED-33032A3B8E53}"/>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A linguagem e a linguagem usada para escrever seu compilador são coisas diferentes</a:t>
            </a:r>
          </a:p>
        </p:txBody>
      </p:sp>
      <p:sp>
        <p:nvSpPr>
          <p:cNvPr id="21" name="p79-46">
            <a:extLst xmlns:a="http://schemas.openxmlformats.org/drawingml/2006/main">
              <a:ext uri="{FF2B5EF4-FFF2-40B4-BE49-F238E27FC236}">
                <a16:creationId xmlns:a16="http://schemas.microsoft.com/office/drawing/2014/main" id="{F856E943-C472-4FC6-9323-DE6549D49A57}"/>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2" name="p79-47">
            <a:extLst xmlns:a="http://schemas.openxmlformats.org/drawingml/2006/main">
              <a:ext uri="{FF2B5EF4-FFF2-40B4-BE49-F238E27FC236}">
                <a16:creationId xmlns:a16="http://schemas.microsoft.com/office/drawing/2014/main" id="{F517BB35-A97B-4225-A88C-7AEEBDA936AB}"/>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3" name="p79-48">
            <a:extLst xmlns:a="http://schemas.openxmlformats.org/drawingml/2006/main">
              <a:ext uri="{FF2B5EF4-FFF2-40B4-BE49-F238E27FC236}">
                <a16:creationId xmlns:a16="http://schemas.microsoft.com/office/drawing/2014/main" id="{FD9FF185-B6B2-4059-B484-79D3B39B16B8}"/>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03</a:t>
            </a:r>
          </a:p>
        </p:txBody>
      </p:sp>
    </p:spTree>
    <p:extLst>
      <p:ext uri="{BB962C8B-B14F-4D97-AF65-F5344CB8AC3E}">
        <p14:creationId xmlns:p14="http://schemas.microsoft.com/office/powerpoint/2010/main" val="504776608"/>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5E17E2E-696D-4E33-AA75-33DECA9B0103}"/>
              </a:ext>
            </a:extLst>
          </p:cNvPr>
          <p:cNvCxnSpPr>
            <a:stCxn xmlns:a="http://schemas.openxmlformats.org/drawingml/2006/main" id="11" idx="3"/>
            <a:endCxn xmlns:a="http://schemas.openxmlformats.org/drawingml/2006/main" id="14" idx="1"/>
          </p:cNvCxnSpPr>
          <p:nvPr/>
        </p:nvCxnSpPr>
        <p:spPr>
          <a:xfrm xmlns:a="http://schemas.openxmlformats.org/drawingml/2006/main">
            <a:off x="87439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8" name="">
            <a:extLst xmlns:a="http://schemas.openxmlformats.org/drawingml/2006/main">
              <a:ext uri="{FF2B5EF4-FFF2-40B4-BE49-F238E27FC236}">
                <a16:creationId xmlns:a16="http://schemas.microsoft.com/office/drawing/2014/main" id="{E6880449-1D0B-49C9-A38E-D248473365C6}"/>
              </a:ext>
            </a:extLst>
          </p:cNvPr>
          <p:cNvCxnSpPr>
            <a:stCxn xmlns:a="http://schemas.openxmlformats.org/drawingml/2006/main" id="8" idx="3"/>
            <a:endCxn xmlns:a="http://schemas.openxmlformats.org/drawingml/2006/main" id="11" idx="1"/>
          </p:cNvCxnSpPr>
          <p:nvPr/>
        </p:nvCxnSpPr>
        <p:spPr>
          <a:xfrm xmlns:a="http://schemas.openxmlformats.org/drawingml/2006/main">
            <a:off x="5981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7" name="">
            <a:extLst xmlns:a="http://schemas.openxmlformats.org/drawingml/2006/main">
              <a:ext uri="{FF2B5EF4-FFF2-40B4-BE49-F238E27FC236}">
                <a16:creationId xmlns:a16="http://schemas.microsoft.com/office/drawing/2014/main" id="{BC14437B-9883-4B6A-8379-16BE89216C4E}"/>
              </a:ext>
            </a:extLst>
          </p:cNvPr>
          <p:cNvCxnSpPr>
            <a:stCxn xmlns:a="http://schemas.openxmlformats.org/drawingml/2006/main" id="5" idx="3"/>
            <a:endCxn xmlns:a="http://schemas.openxmlformats.org/drawingml/2006/main" id="8" idx="1"/>
          </p:cNvCxnSpPr>
          <p:nvPr/>
        </p:nvCxnSpPr>
        <p:spPr>
          <a:xfrm xmlns:a="http://schemas.openxmlformats.org/drawingml/2006/main">
            <a:off x="32194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4" name="p79-49">
            <a:extLst xmlns:a="http://schemas.openxmlformats.org/drawingml/2006/main">
              <a:ext uri="{FF2B5EF4-FFF2-40B4-BE49-F238E27FC236}">
                <a16:creationId xmlns:a16="http://schemas.microsoft.com/office/drawing/2014/main" id="{D5FE5C40-067A-4D5B-8F66-E4471FCE353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50">
            <a:extLst xmlns:a="http://schemas.openxmlformats.org/drawingml/2006/main">
              <a:ext uri="{FF2B5EF4-FFF2-40B4-BE49-F238E27FC236}">
                <a16:creationId xmlns:a16="http://schemas.microsoft.com/office/drawing/2014/main" id="{C8EB8780-06B7-4160-9950-E3CECD46E6C9}"/>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51">
            <a:extLst xmlns:a="http://schemas.openxmlformats.org/drawingml/2006/main">
              <a:ext uri="{FF2B5EF4-FFF2-40B4-BE49-F238E27FC236}">
                <a16:creationId xmlns:a16="http://schemas.microsoft.com/office/drawing/2014/main" id="{3606EC87-7B27-4864-AEA3-C80836AA2EA9}"/>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52">
            <a:extLst xmlns:a="http://schemas.openxmlformats.org/drawingml/2006/main">
              <a:ext uri="{FF2B5EF4-FFF2-40B4-BE49-F238E27FC236}">
                <a16:creationId xmlns:a16="http://schemas.microsoft.com/office/drawing/2014/main" id="{7CCD81C8-EB11-492C-B946-C4C6E10930DB}"/>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Rust, rustc e Cargo têm funções distintas</a:t>
            </a:r>
          </a:p>
        </p:txBody>
      </p:sp>
      <p:sp>
        <p:nvSpPr>
          <p:cNvPr id="5" name="p79-53">
            <a:extLst xmlns:a="http://schemas.openxmlformats.org/drawingml/2006/main">
              <a:ext uri="{FF2B5EF4-FFF2-40B4-BE49-F238E27FC236}">
                <a16:creationId xmlns:a16="http://schemas.microsoft.com/office/drawing/2014/main" id="{48DBB61B-8F9D-455E-AE27-E2FC6A86273C}"/>
              </a:ext>
            </a:extLst>
          </p:cNvPr>
          <p:cNvSpPr>
            <a:spLocks xmlns:a="http://schemas.openxmlformats.org/drawingml/2006/main" noGrp="1"/>
          </p:cNvSpPr>
          <p:nvPr/>
        </p:nvSpPr>
        <p:spPr>
          <a:xfrm xmlns:a="http://schemas.openxmlformats.org/drawingml/2006/main">
            <a:off x="6858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54">
            <a:extLst xmlns:a="http://schemas.openxmlformats.org/drawingml/2006/main">
              <a:ext uri="{FF2B5EF4-FFF2-40B4-BE49-F238E27FC236}">
                <a16:creationId xmlns:a16="http://schemas.microsoft.com/office/drawing/2014/main" id="{965DA107-58CD-41B7-9C19-8BF8D5BA4131}"/>
              </a:ext>
            </a:extLst>
          </p:cNvPr>
          <p:cNvSpPr>
            <a:spLocks xmlns:a="http://schemas.openxmlformats.org/drawingml/2006/main" noGrp="1"/>
          </p:cNvSpPr>
          <p:nvPr/>
        </p:nvSpPr>
        <p:spPr>
          <a:xfrm xmlns:a="http://schemas.openxmlformats.org/drawingml/2006/main">
            <a:off x="8191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55">
            <a:extLst xmlns:a="http://schemas.openxmlformats.org/drawingml/2006/main">
              <a:ext uri="{FF2B5EF4-FFF2-40B4-BE49-F238E27FC236}">
                <a16:creationId xmlns:a16="http://schemas.microsoft.com/office/drawing/2014/main" id="{1299443E-EB89-4A88-BE02-6E9FE8156B5A}"/>
              </a:ext>
            </a:extLst>
          </p:cNvPr>
          <p:cNvSpPr>
            <a:spLocks xmlns:a="http://schemas.openxmlformats.org/drawingml/2006/main" noGrp="1"/>
          </p:cNvSpPr>
          <p:nvPr/>
        </p:nvSpPr>
        <p:spPr>
          <a:xfrm xmlns:a="http://schemas.openxmlformats.org/drawingml/2006/main">
            <a:off x="8191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Rust</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Regras da linguagem</a:t>
            </a:r>
          </a:p>
        </p:txBody>
      </p:sp>
      <p:sp>
        <p:nvSpPr>
          <p:cNvPr id="8" name="p79-56">
            <a:extLst xmlns:a="http://schemas.openxmlformats.org/drawingml/2006/main">
              <a:ext uri="{FF2B5EF4-FFF2-40B4-BE49-F238E27FC236}">
                <a16:creationId xmlns:a16="http://schemas.microsoft.com/office/drawing/2014/main" id="{60F2F9E6-674D-4F8D-B726-6CC08892F7E4}"/>
              </a:ext>
            </a:extLst>
          </p:cNvPr>
          <p:cNvSpPr>
            <a:spLocks xmlns:a="http://schemas.openxmlformats.org/drawingml/2006/main" noGrp="1"/>
          </p:cNvSpPr>
          <p:nvPr/>
        </p:nvSpPr>
        <p:spPr>
          <a:xfrm xmlns:a="http://schemas.openxmlformats.org/drawingml/2006/main">
            <a:off x="34480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57">
            <a:extLst xmlns:a="http://schemas.openxmlformats.org/drawingml/2006/main">
              <a:ext uri="{FF2B5EF4-FFF2-40B4-BE49-F238E27FC236}">
                <a16:creationId xmlns:a16="http://schemas.microsoft.com/office/drawing/2014/main" id="{6371BD72-867A-454F-9009-D40694246353}"/>
              </a:ext>
            </a:extLst>
          </p:cNvPr>
          <p:cNvSpPr>
            <a:spLocks xmlns:a="http://schemas.openxmlformats.org/drawingml/2006/main" noGrp="1"/>
          </p:cNvSpPr>
          <p:nvPr/>
        </p:nvSpPr>
        <p:spPr>
          <a:xfrm xmlns:a="http://schemas.openxmlformats.org/drawingml/2006/main">
            <a:off x="35814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58">
            <a:extLst xmlns:a="http://schemas.openxmlformats.org/drawingml/2006/main">
              <a:ext uri="{FF2B5EF4-FFF2-40B4-BE49-F238E27FC236}">
                <a16:creationId xmlns:a16="http://schemas.microsoft.com/office/drawing/2014/main" id="{8311E229-E69A-49F7-8236-1CAC3BF5AD4E}"/>
              </a:ext>
            </a:extLst>
          </p:cNvPr>
          <p:cNvSpPr>
            <a:spLocks xmlns:a="http://schemas.openxmlformats.org/drawingml/2006/main" noGrp="1"/>
          </p:cNvSpPr>
          <p:nvPr/>
        </p:nvSpPr>
        <p:spPr>
          <a:xfrm xmlns:a="http://schemas.openxmlformats.org/drawingml/2006/main">
            <a:off x="35814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Cargo</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Organiza o projeto</a:t>
            </a:r>
          </a:p>
        </p:txBody>
      </p:sp>
      <p:sp>
        <p:nvSpPr>
          <p:cNvPr id="11" name="p79-59">
            <a:extLst xmlns:a="http://schemas.openxmlformats.org/drawingml/2006/main">
              <a:ext uri="{FF2B5EF4-FFF2-40B4-BE49-F238E27FC236}">
                <a16:creationId xmlns:a16="http://schemas.microsoft.com/office/drawing/2014/main" id="{BED37D35-3375-407A-A7E1-F437F622FD61}"/>
              </a:ext>
            </a:extLst>
          </p:cNvPr>
          <p:cNvSpPr>
            <a:spLocks xmlns:a="http://schemas.openxmlformats.org/drawingml/2006/main" noGrp="1"/>
          </p:cNvSpPr>
          <p:nvPr/>
        </p:nvSpPr>
        <p:spPr>
          <a:xfrm xmlns:a="http://schemas.openxmlformats.org/drawingml/2006/main">
            <a:off x="62103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60">
            <a:extLst xmlns:a="http://schemas.openxmlformats.org/drawingml/2006/main">
              <a:ext uri="{FF2B5EF4-FFF2-40B4-BE49-F238E27FC236}">
                <a16:creationId xmlns:a16="http://schemas.microsoft.com/office/drawing/2014/main" id="{32B39965-5B0C-4A2A-B5CD-9125BC3C782F}"/>
              </a:ext>
            </a:extLst>
          </p:cNvPr>
          <p:cNvSpPr>
            <a:spLocks xmlns:a="http://schemas.openxmlformats.org/drawingml/2006/main" noGrp="1"/>
          </p:cNvSpPr>
          <p:nvPr/>
        </p:nvSpPr>
        <p:spPr>
          <a:xfrm xmlns:a="http://schemas.openxmlformats.org/drawingml/2006/main">
            <a:off x="63436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61">
            <a:extLst xmlns:a="http://schemas.openxmlformats.org/drawingml/2006/main">
              <a:ext uri="{FF2B5EF4-FFF2-40B4-BE49-F238E27FC236}">
                <a16:creationId xmlns:a16="http://schemas.microsoft.com/office/drawing/2014/main" id="{2097EA32-24D0-4205-942F-3506CA3A309B}"/>
              </a:ext>
            </a:extLst>
          </p:cNvPr>
          <p:cNvSpPr>
            <a:spLocks xmlns:a="http://schemas.openxmlformats.org/drawingml/2006/main" noGrp="1"/>
          </p:cNvSpPr>
          <p:nvPr/>
        </p:nvSpPr>
        <p:spPr>
          <a:xfrm xmlns:a="http://schemas.openxmlformats.org/drawingml/2006/main">
            <a:off x="63436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rustc</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Compila o código</a:t>
            </a:r>
          </a:p>
        </p:txBody>
      </p:sp>
      <p:sp>
        <p:nvSpPr>
          <p:cNvPr id="14" name="p79-62">
            <a:extLst xmlns:a="http://schemas.openxmlformats.org/drawingml/2006/main">
              <a:ext uri="{FF2B5EF4-FFF2-40B4-BE49-F238E27FC236}">
                <a16:creationId xmlns:a16="http://schemas.microsoft.com/office/drawing/2014/main" id="{0DD11D8E-2873-492A-9B4C-29C431297ACE}"/>
              </a:ext>
            </a:extLst>
          </p:cNvPr>
          <p:cNvSpPr>
            <a:spLocks xmlns:a="http://schemas.openxmlformats.org/drawingml/2006/main" noGrp="1"/>
          </p:cNvSpPr>
          <p:nvPr/>
        </p:nvSpPr>
        <p:spPr>
          <a:xfrm xmlns:a="http://schemas.openxmlformats.org/drawingml/2006/main">
            <a:off x="89725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63">
            <a:extLst xmlns:a="http://schemas.openxmlformats.org/drawingml/2006/main">
              <a:ext uri="{FF2B5EF4-FFF2-40B4-BE49-F238E27FC236}">
                <a16:creationId xmlns:a16="http://schemas.microsoft.com/office/drawing/2014/main" id="{85D1792A-0714-45DD-93DA-E4F2F5FF5DF8}"/>
              </a:ext>
            </a:extLst>
          </p:cNvPr>
          <p:cNvSpPr>
            <a:spLocks xmlns:a="http://schemas.openxmlformats.org/drawingml/2006/main" noGrp="1"/>
          </p:cNvSpPr>
          <p:nvPr/>
        </p:nvSpPr>
        <p:spPr>
          <a:xfrm xmlns:a="http://schemas.openxmlformats.org/drawingml/2006/main">
            <a:off x="91059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64">
            <a:extLst xmlns:a="http://schemas.openxmlformats.org/drawingml/2006/main">
              <a:ext uri="{FF2B5EF4-FFF2-40B4-BE49-F238E27FC236}">
                <a16:creationId xmlns:a16="http://schemas.microsoft.com/office/drawing/2014/main" id="{4B558F5A-2BC0-4AB3-A71A-6EA193FE21CF}"/>
              </a:ext>
            </a:extLst>
          </p:cNvPr>
          <p:cNvSpPr>
            <a:spLocks xmlns:a="http://schemas.openxmlformats.org/drawingml/2006/main" noGrp="1"/>
          </p:cNvSpPr>
          <p:nvPr/>
        </p:nvSpPr>
        <p:spPr>
          <a:xfrm xmlns:a="http://schemas.openxmlformats.org/drawingml/2006/main">
            <a:off x="91059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Executável</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Roda no sistema</a:t>
            </a:r>
          </a:p>
        </p:txBody>
      </p:sp>
      <p:sp>
        <p:nvSpPr>
          <p:cNvPr id="20" name="p79-65">
            <a:extLst xmlns:a="http://schemas.openxmlformats.org/drawingml/2006/main">
              <a:ext uri="{FF2B5EF4-FFF2-40B4-BE49-F238E27FC236}">
                <a16:creationId xmlns:a16="http://schemas.microsoft.com/office/drawing/2014/main" id="{54DDD936-DBDE-4EE3-9B60-16E794A65CAC}"/>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Cargo aciona rustc e coordena também a compilação das dependências</a:t>
            </a:r>
          </a:p>
        </p:txBody>
      </p:sp>
      <p:sp>
        <p:nvSpPr>
          <p:cNvPr id="21" name="p79-66">
            <a:extLst xmlns:a="http://schemas.openxmlformats.org/drawingml/2006/main">
              <a:ext uri="{FF2B5EF4-FFF2-40B4-BE49-F238E27FC236}">
                <a16:creationId xmlns:a16="http://schemas.microsoft.com/office/drawing/2014/main" id="{3AA319C3-0CDC-48AD-8CC4-BDEC8A84AA2D}"/>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2" name="p79-67">
            <a:extLst xmlns:a="http://schemas.openxmlformats.org/drawingml/2006/main">
              <a:ext uri="{FF2B5EF4-FFF2-40B4-BE49-F238E27FC236}">
                <a16:creationId xmlns:a16="http://schemas.microsoft.com/office/drawing/2014/main" id="{EBCAE747-1D1F-4188-85E1-D7A6C4A08F2E}"/>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3" name="p79-68">
            <a:extLst xmlns:a="http://schemas.openxmlformats.org/drawingml/2006/main">
              <a:ext uri="{FF2B5EF4-FFF2-40B4-BE49-F238E27FC236}">
                <a16:creationId xmlns:a16="http://schemas.microsoft.com/office/drawing/2014/main" id="{4E4EA5B0-2195-495C-A2D1-9C145E25630E}"/>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04</a:t>
            </a:r>
          </a:p>
        </p:txBody>
      </p:sp>
    </p:spTree>
    <p:extLst>
      <p:ext uri="{BB962C8B-B14F-4D97-AF65-F5344CB8AC3E}">
        <p14:creationId xmlns:p14="http://schemas.microsoft.com/office/powerpoint/2010/main" val="1629123845"/>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B8CE737B-6669-44AC-AB2F-EE5D65EB4239}"/>
              </a:ext>
            </a:extLst>
          </p:cNvPr>
          <p:cNvCxnSpPr>
            <a:stCxn xmlns:a="http://schemas.openxmlformats.org/drawingml/2006/main" id="17" idx="3"/>
            <a:endCxn xmlns:a="http://schemas.openxmlformats.org/drawingml/2006/main" id="20" idx="1"/>
          </p:cNvCxnSpPr>
          <p:nvPr/>
        </p:nvCxnSpPr>
        <p:spPr>
          <a:xfrm xmlns:a="http://schemas.openxmlformats.org/drawingml/2006/main">
            <a:off x="9664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6" name="">
            <a:extLst xmlns:a="http://schemas.openxmlformats.org/drawingml/2006/main">
              <a:ext uri="{FF2B5EF4-FFF2-40B4-BE49-F238E27FC236}">
                <a16:creationId xmlns:a16="http://schemas.microsoft.com/office/drawing/2014/main" id="{589E15ED-8916-4565-B610-3FB181F20D19}"/>
              </a:ext>
            </a:extLst>
          </p:cNvPr>
          <p:cNvCxnSpPr>
            <a:stCxn xmlns:a="http://schemas.openxmlformats.org/drawingml/2006/main" id="14" idx="3"/>
            <a:endCxn xmlns:a="http://schemas.openxmlformats.org/drawingml/2006/main" id="17" idx="1"/>
          </p:cNvCxnSpPr>
          <p:nvPr/>
        </p:nvCxnSpPr>
        <p:spPr>
          <a:xfrm xmlns:a="http://schemas.openxmlformats.org/drawingml/2006/main">
            <a:off x="7823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5" name="">
            <a:extLst xmlns:a="http://schemas.openxmlformats.org/drawingml/2006/main">
              <a:ext uri="{FF2B5EF4-FFF2-40B4-BE49-F238E27FC236}">
                <a16:creationId xmlns:a16="http://schemas.microsoft.com/office/drawing/2014/main" id="{8ABB6CE1-5BD8-4E19-99E0-8E226A854A8A}"/>
              </a:ext>
            </a:extLst>
          </p:cNvPr>
          <p:cNvCxnSpPr>
            <a:stCxn xmlns:a="http://schemas.openxmlformats.org/drawingml/2006/main" id="11" idx="3"/>
            <a:endCxn xmlns:a="http://schemas.openxmlformats.org/drawingml/2006/main" id="14" idx="1"/>
          </p:cNvCxnSpPr>
          <p:nvPr/>
        </p:nvCxnSpPr>
        <p:spPr>
          <a:xfrm xmlns:a="http://schemas.openxmlformats.org/drawingml/2006/main">
            <a:off x="5981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4" name="">
            <a:extLst xmlns:a="http://schemas.openxmlformats.org/drawingml/2006/main">
              <a:ext uri="{FF2B5EF4-FFF2-40B4-BE49-F238E27FC236}">
                <a16:creationId xmlns:a16="http://schemas.microsoft.com/office/drawing/2014/main" id="{0D70B18D-EE9C-4EF1-8081-C01315CE8963}"/>
              </a:ext>
            </a:extLst>
          </p:cNvPr>
          <p:cNvCxnSpPr>
            <a:stCxn xmlns:a="http://schemas.openxmlformats.org/drawingml/2006/main" id="8" idx="3"/>
            <a:endCxn xmlns:a="http://schemas.openxmlformats.org/drawingml/2006/main" id="11" idx="1"/>
          </p:cNvCxnSpPr>
          <p:nvPr/>
        </p:nvCxnSpPr>
        <p:spPr>
          <a:xfrm xmlns:a="http://schemas.openxmlformats.org/drawingml/2006/main">
            <a:off x="4140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3" name="">
            <a:extLst xmlns:a="http://schemas.openxmlformats.org/drawingml/2006/main">
              <a:ext uri="{FF2B5EF4-FFF2-40B4-BE49-F238E27FC236}">
                <a16:creationId xmlns:a16="http://schemas.microsoft.com/office/drawing/2014/main" id="{7FABA3CD-28FC-4BF0-B83D-FBBAED421F65}"/>
              </a:ext>
            </a:extLst>
          </p:cNvPr>
          <p:cNvCxnSpPr>
            <a:stCxn xmlns:a="http://schemas.openxmlformats.org/drawingml/2006/main" id="5" idx="3"/>
            <a:endCxn xmlns:a="http://schemas.openxmlformats.org/drawingml/2006/main" id="8" idx="1"/>
          </p:cNvCxnSpPr>
          <p:nvPr/>
        </p:nvCxnSpPr>
        <p:spPr>
          <a:xfrm xmlns:a="http://schemas.openxmlformats.org/drawingml/2006/main">
            <a:off x="2298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32" name="p79-69">
            <a:extLst xmlns:a="http://schemas.openxmlformats.org/drawingml/2006/main">
              <a:ext uri="{FF2B5EF4-FFF2-40B4-BE49-F238E27FC236}">
                <a16:creationId xmlns:a16="http://schemas.microsoft.com/office/drawing/2014/main" id="{4B7F0665-7C7F-4515-B22B-1B39BB65706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70">
            <a:extLst xmlns:a="http://schemas.openxmlformats.org/drawingml/2006/main">
              <a:ext uri="{FF2B5EF4-FFF2-40B4-BE49-F238E27FC236}">
                <a16:creationId xmlns:a16="http://schemas.microsoft.com/office/drawing/2014/main" id="{3820A946-C727-44CF-B78F-457FDD503055}"/>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71">
            <a:extLst xmlns:a="http://schemas.openxmlformats.org/drawingml/2006/main">
              <a:ext uri="{FF2B5EF4-FFF2-40B4-BE49-F238E27FC236}">
                <a16:creationId xmlns:a16="http://schemas.microsoft.com/office/drawing/2014/main" id="{089FE52A-985D-4EA2-9D1D-5D6C723E56EA}"/>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72">
            <a:extLst xmlns:a="http://schemas.openxmlformats.org/drawingml/2006/main">
              <a:ext uri="{FF2B5EF4-FFF2-40B4-BE49-F238E27FC236}">
                <a16:creationId xmlns:a16="http://schemas.microsoft.com/office/drawing/2014/main" id="{074A5AA3-2625-4091-A88F-7CF3249C8370}"/>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pipeline simplificado do rustc</a:t>
            </a:r>
          </a:p>
        </p:txBody>
      </p:sp>
      <p:sp>
        <p:nvSpPr>
          <p:cNvPr id="5" name="p79-73">
            <a:extLst xmlns:a="http://schemas.openxmlformats.org/drawingml/2006/main">
              <a:ext uri="{FF2B5EF4-FFF2-40B4-BE49-F238E27FC236}">
                <a16:creationId xmlns:a16="http://schemas.microsoft.com/office/drawing/2014/main" id="{B8F38569-D748-4CF7-B78B-6C2F5D371CE1}"/>
              </a:ext>
            </a:extLst>
          </p:cNvPr>
          <p:cNvSpPr>
            <a:spLocks xmlns:a="http://schemas.openxmlformats.org/drawingml/2006/main" noGrp="1"/>
          </p:cNvSpPr>
          <p:nvPr/>
        </p:nvSpPr>
        <p:spPr>
          <a:xfrm xmlns:a="http://schemas.openxmlformats.org/drawingml/2006/main">
            <a:off x="685800" y="2667000"/>
            <a:ext cx="16129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74">
            <a:extLst xmlns:a="http://schemas.openxmlformats.org/drawingml/2006/main">
              <a:ext uri="{FF2B5EF4-FFF2-40B4-BE49-F238E27FC236}">
                <a16:creationId xmlns:a16="http://schemas.microsoft.com/office/drawing/2014/main" id="{1AF2B6A2-1949-47CA-AD89-EB22096CE985}"/>
              </a:ext>
            </a:extLst>
          </p:cNvPr>
          <p:cNvSpPr>
            <a:spLocks xmlns:a="http://schemas.openxmlformats.org/drawingml/2006/main" noGrp="1"/>
          </p:cNvSpPr>
          <p:nvPr/>
        </p:nvSpPr>
        <p:spPr>
          <a:xfrm xmlns:a="http://schemas.openxmlformats.org/drawingml/2006/main">
            <a:off x="8191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75">
            <a:extLst xmlns:a="http://schemas.openxmlformats.org/drawingml/2006/main">
              <a:ext uri="{FF2B5EF4-FFF2-40B4-BE49-F238E27FC236}">
                <a16:creationId xmlns:a16="http://schemas.microsoft.com/office/drawing/2014/main" id="{517C6C43-8D8F-4C77-88CE-AC2F9BF0A8E6}"/>
              </a:ext>
            </a:extLst>
          </p:cNvPr>
          <p:cNvSpPr>
            <a:spLocks xmlns:a="http://schemas.openxmlformats.org/drawingml/2006/main" noGrp="1"/>
          </p:cNvSpPr>
          <p:nvPr/>
        </p:nvSpPr>
        <p:spPr>
          <a:xfrm xmlns:a="http://schemas.openxmlformats.org/drawingml/2006/main">
            <a:off x="8191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Código .rs</a:t>
            </a:r>
          </a:p>
        </p:txBody>
      </p:sp>
      <p:sp>
        <p:nvSpPr>
          <p:cNvPr id="8" name="p79-76">
            <a:extLst xmlns:a="http://schemas.openxmlformats.org/drawingml/2006/main">
              <a:ext uri="{FF2B5EF4-FFF2-40B4-BE49-F238E27FC236}">
                <a16:creationId xmlns:a16="http://schemas.microsoft.com/office/drawing/2014/main" id="{884C110A-CE14-479E-A03C-19E2C633B5A5}"/>
              </a:ext>
            </a:extLst>
          </p:cNvPr>
          <p:cNvSpPr>
            <a:spLocks xmlns:a="http://schemas.openxmlformats.org/drawingml/2006/main" noGrp="1"/>
          </p:cNvSpPr>
          <p:nvPr/>
        </p:nvSpPr>
        <p:spPr>
          <a:xfrm xmlns:a="http://schemas.openxmlformats.org/drawingml/2006/main">
            <a:off x="2527300" y="2667000"/>
            <a:ext cx="16129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77">
            <a:extLst xmlns:a="http://schemas.openxmlformats.org/drawingml/2006/main">
              <a:ext uri="{FF2B5EF4-FFF2-40B4-BE49-F238E27FC236}">
                <a16:creationId xmlns:a16="http://schemas.microsoft.com/office/drawing/2014/main" id="{7645700F-BA28-498D-8988-D739AC847D64}"/>
              </a:ext>
            </a:extLst>
          </p:cNvPr>
          <p:cNvSpPr>
            <a:spLocks xmlns:a="http://schemas.openxmlformats.org/drawingml/2006/main" noGrp="1"/>
          </p:cNvSpPr>
          <p:nvPr/>
        </p:nvSpPr>
        <p:spPr>
          <a:xfrm xmlns:a="http://schemas.openxmlformats.org/drawingml/2006/main">
            <a:off x="26606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78">
            <a:extLst xmlns:a="http://schemas.openxmlformats.org/drawingml/2006/main">
              <a:ext uri="{FF2B5EF4-FFF2-40B4-BE49-F238E27FC236}">
                <a16:creationId xmlns:a16="http://schemas.microsoft.com/office/drawing/2014/main" id="{26CA35B3-516C-494C-9D46-8B6F0E1749C0}"/>
              </a:ext>
            </a:extLst>
          </p:cNvPr>
          <p:cNvSpPr>
            <a:spLocks xmlns:a="http://schemas.openxmlformats.org/drawingml/2006/main" noGrp="1"/>
          </p:cNvSpPr>
          <p:nvPr/>
        </p:nvSpPr>
        <p:spPr>
          <a:xfrm xmlns:a="http://schemas.openxmlformats.org/drawingml/2006/main">
            <a:off x="26606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AST / HIR</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Sintaxe e tipos</a:t>
            </a:r>
          </a:p>
        </p:txBody>
      </p:sp>
      <p:sp>
        <p:nvSpPr>
          <p:cNvPr id="11" name="p79-79">
            <a:extLst xmlns:a="http://schemas.openxmlformats.org/drawingml/2006/main">
              <a:ext uri="{FF2B5EF4-FFF2-40B4-BE49-F238E27FC236}">
                <a16:creationId xmlns:a16="http://schemas.microsoft.com/office/drawing/2014/main" id="{E8DD6FBB-93BC-4A7A-8F4F-153BD4D53224}"/>
              </a:ext>
            </a:extLst>
          </p:cNvPr>
          <p:cNvSpPr>
            <a:spLocks xmlns:a="http://schemas.openxmlformats.org/drawingml/2006/main" noGrp="1"/>
          </p:cNvSpPr>
          <p:nvPr/>
        </p:nvSpPr>
        <p:spPr>
          <a:xfrm xmlns:a="http://schemas.openxmlformats.org/drawingml/2006/main">
            <a:off x="4368800" y="2667000"/>
            <a:ext cx="16129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80">
            <a:extLst xmlns:a="http://schemas.openxmlformats.org/drawingml/2006/main">
              <a:ext uri="{FF2B5EF4-FFF2-40B4-BE49-F238E27FC236}">
                <a16:creationId xmlns:a16="http://schemas.microsoft.com/office/drawing/2014/main" id="{8026584C-7E5E-43A3-98F2-69DA834255FC}"/>
              </a:ext>
            </a:extLst>
          </p:cNvPr>
          <p:cNvSpPr>
            <a:spLocks xmlns:a="http://schemas.openxmlformats.org/drawingml/2006/main" noGrp="1"/>
          </p:cNvSpPr>
          <p:nvPr/>
        </p:nvSpPr>
        <p:spPr>
          <a:xfrm xmlns:a="http://schemas.openxmlformats.org/drawingml/2006/main">
            <a:off x="45021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81">
            <a:extLst xmlns:a="http://schemas.openxmlformats.org/drawingml/2006/main">
              <a:ext uri="{FF2B5EF4-FFF2-40B4-BE49-F238E27FC236}">
                <a16:creationId xmlns:a16="http://schemas.microsoft.com/office/drawing/2014/main" id="{B80F01F4-76F4-4968-A00F-D5D2340A8D5B}"/>
              </a:ext>
            </a:extLst>
          </p:cNvPr>
          <p:cNvSpPr>
            <a:spLocks xmlns:a="http://schemas.openxmlformats.org/drawingml/2006/main" noGrp="1"/>
          </p:cNvSpPr>
          <p:nvPr/>
        </p:nvSpPr>
        <p:spPr>
          <a:xfrm xmlns:a="http://schemas.openxmlformats.org/drawingml/2006/main">
            <a:off x="45021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MIR</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Borrow</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checker</a:t>
            </a:r>
          </a:p>
        </p:txBody>
      </p:sp>
      <p:sp>
        <p:nvSpPr>
          <p:cNvPr id="14" name="p79-82">
            <a:extLst xmlns:a="http://schemas.openxmlformats.org/drawingml/2006/main">
              <a:ext uri="{FF2B5EF4-FFF2-40B4-BE49-F238E27FC236}">
                <a16:creationId xmlns:a16="http://schemas.microsoft.com/office/drawing/2014/main" id="{ABE7E7D1-5C05-45BF-925C-9FF0F22F3903}"/>
              </a:ext>
            </a:extLst>
          </p:cNvPr>
          <p:cNvSpPr>
            <a:spLocks xmlns:a="http://schemas.openxmlformats.org/drawingml/2006/main" noGrp="1"/>
          </p:cNvSpPr>
          <p:nvPr/>
        </p:nvSpPr>
        <p:spPr>
          <a:xfrm xmlns:a="http://schemas.openxmlformats.org/drawingml/2006/main">
            <a:off x="6210300" y="2667000"/>
            <a:ext cx="16129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83">
            <a:extLst xmlns:a="http://schemas.openxmlformats.org/drawingml/2006/main">
              <a:ext uri="{FF2B5EF4-FFF2-40B4-BE49-F238E27FC236}">
                <a16:creationId xmlns:a16="http://schemas.microsoft.com/office/drawing/2014/main" id="{577807E4-FE90-4B1D-ABC7-9C01BCD14154}"/>
              </a:ext>
            </a:extLst>
          </p:cNvPr>
          <p:cNvSpPr>
            <a:spLocks xmlns:a="http://schemas.openxmlformats.org/drawingml/2006/main" noGrp="1"/>
          </p:cNvSpPr>
          <p:nvPr/>
        </p:nvSpPr>
        <p:spPr>
          <a:xfrm xmlns:a="http://schemas.openxmlformats.org/drawingml/2006/main">
            <a:off x="63436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84">
            <a:extLst xmlns:a="http://schemas.openxmlformats.org/drawingml/2006/main">
              <a:ext uri="{FF2B5EF4-FFF2-40B4-BE49-F238E27FC236}">
                <a16:creationId xmlns:a16="http://schemas.microsoft.com/office/drawing/2014/main" id="{8F2C4B4B-FACB-46C9-BDF6-B6CCFBFC1685}"/>
              </a:ext>
            </a:extLst>
          </p:cNvPr>
          <p:cNvSpPr>
            <a:spLocks xmlns:a="http://schemas.openxmlformats.org/drawingml/2006/main" noGrp="1"/>
          </p:cNvSpPr>
          <p:nvPr/>
        </p:nvSpPr>
        <p:spPr>
          <a:xfrm xmlns:a="http://schemas.openxmlformats.org/drawingml/2006/main">
            <a:off x="63436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LLVM IR</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Otimizações</a:t>
            </a:r>
          </a:p>
        </p:txBody>
      </p:sp>
      <p:sp>
        <p:nvSpPr>
          <p:cNvPr id="17" name="p79-85">
            <a:extLst xmlns:a="http://schemas.openxmlformats.org/drawingml/2006/main">
              <a:ext uri="{FF2B5EF4-FFF2-40B4-BE49-F238E27FC236}">
                <a16:creationId xmlns:a16="http://schemas.microsoft.com/office/drawing/2014/main" id="{59DF08DD-195F-4BCD-AF69-38AC7E0B4379}"/>
              </a:ext>
            </a:extLst>
          </p:cNvPr>
          <p:cNvSpPr>
            <a:spLocks xmlns:a="http://schemas.openxmlformats.org/drawingml/2006/main" noGrp="1"/>
          </p:cNvSpPr>
          <p:nvPr/>
        </p:nvSpPr>
        <p:spPr>
          <a:xfrm xmlns:a="http://schemas.openxmlformats.org/drawingml/2006/main">
            <a:off x="8051800" y="2667000"/>
            <a:ext cx="16129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86">
            <a:extLst xmlns:a="http://schemas.openxmlformats.org/drawingml/2006/main">
              <a:ext uri="{FF2B5EF4-FFF2-40B4-BE49-F238E27FC236}">
                <a16:creationId xmlns:a16="http://schemas.microsoft.com/office/drawing/2014/main" id="{51FD341A-33C0-45B1-984D-648FD5054FF5}"/>
              </a:ext>
            </a:extLst>
          </p:cNvPr>
          <p:cNvSpPr>
            <a:spLocks xmlns:a="http://schemas.openxmlformats.org/drawingml/2006/main" noGrp="1"/>
          </p:cNvSpPr>
          <p:nvPr/>
        </p:nvSpPr>
        <p:spPr>
          <a:xfrm xmlns:a="http://schemas.openxmlformats.org/drawingml/2006/main">
            <a:off x="81851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87">
            <a:extLst xmlns:a="http://schemas.openxmlformats.org/drawingml/2006/main">
              <a:ext uri="{FF2B5EF4-FFF2-40B4-BE49-F238E27FC236}">
                <a16:creationId xmlns:a16="http://schemas.microsoft.com/office/drawing/2014/main" id="{9D4586AA-7D77-4812-A754-B684BE865371}"/>
              </a:ext>
            </a:extLst>
          </p:cNvPr>
          <p:cNvSpPr>
            <a:spLocks xmlns:a="http://schemas.openxmlformats.org/drawingml/2006/main" noGrp="1"/>
          </p:cNvSpPr>
          <p:nvPr/>
        </p:nvSpPr>
        <p:spPr>
          <a:xfrm xmlns:a="http://schemas.openxmlformats.org/drawingml/2006/main">
            <a:off x="81851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Objeto</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Instruções</a:t>
            </a:r>
          </a:p>
        </p:txBody>
      </p:sp>
      <p:sp>
        <p:nvSpPr>
          <p:cNvPr id="20" name="p79-88">
            <a:extLst xmlns:a="http://schemas.openxmlformats.org/drawingml/2006/main">
              <a:ext uri="{FF2B5EF4-FFF2-40B4-BE49-F238E27FC236}">
                <a16:creationId xmlns:a16="http://schemas.microsoft.com/office/drawing/2014/main" id="{74BCB6D6-2ACC-432F-B795-5C32F36233C2}"/>
              </a:ext>
            </a:extLst>
          </p:cNvPr>
          <p:cNvSpPr>
            <a:spLocks xmlns:a="http://schemas.openxmlformats.org/drawingml/2006/main" noGrp="1"/>
          </p:cNvSpPr>
          <p:nvPr/>
        </p:nvSpPr>
        <p:spPr>
          <a:xfrm xmlns:a="http://schemas.openxmlformats.org/drawingml/2006/main">
            <a:off x="9893300" y="2667000"/>
            <a:ext cx="16129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21" name="p79-89">
            <a:extLst xmlns:a="http://schemas.openxmlformats.org/drawingml/2006/main">
              <a:ext uri="{FF2B5EF4-FFF2-40B4-BE49-F238E27FC236}">
                <a16:creationId xmlns:a16="http://schemas.microsoft.com/office/drawing/2014/main" id="{D8A47808-2A38-4562-9AA5-42CE4D328351}"/>
              </a:ext>
            </a:extLst>
          </p:cNvPr>
          <p:cNvSpPr>
            <a:spLocks xmlns:a="http://schemas.openxmlformats.org/drawingml/2006/main" noGrp="1"/>
          </p:cNvSpPr>
          <p:nvPr/>
        </p:nvSpPr>
        <p:spPr>
          <a:xfrm xmlns:a="http://schemas.openxmlformats.org/drawingml/2006/main">
            <a:off x="100266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06</a:t>
            </a:r>
          </a:p>
        </p:txBody>
      </p:sp>
      <p:sp>
        <p:nvSpPr>
          <p:cNvPr id="22" name="p79-90">
            <a:extLst xmlns:a="http://schemas.openxmlformats.org/drawingml/2006/main">
              <a:ext uri="{FF2B5EF4-FFF2-40B4-BE49-F238E27FC236}">
                <a16:creationId xmlns:a16="http://schemas.microsoft.com/office/drawing/2014/main" id="{88DBCA1F-843C-42A3-AAD4-A4A4AD5E6654}"/>
              </a:ext>
            </a:extLst>
          </p:cNvPr>
          <p:cNvSpPr>
            <a:spLocks xmlns:a="http://schemas.openxmlformats.org/drawingml/2006/main" noGrp="1"/>
          </p:cNvSpPr>
          <p:nvPr/>
        </p:nvSpPr>
        <p:spPr>
          <a:xfrm xmlns:a="http://schemas.openxmlformats.org/drawingml/2006/main">
            <a:off x="100266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Linker</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Executável</a:t>
            </a:r>
          </a:p>
        </p:txBody>
      </p:sp>
      <p:sp>
        <p:nvSpPr>
          <p:cNvPr id="28" name="p79-91">
            <a:extLst xmlns:a="http://schemas.openxmlformats.org/drawingml/2006/main">
              <a:ext uri="{FF2B5EF4-FFF2-40B4-BE49-F238E27FC236}">
                <a16:creationId xmlns:a16="http://schemas.microsoft.com/office/drawing/2014/main" id="{9DC0B28F-2F92-4794-AB65-3D6F524EFA4F}"/>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O backend padrão usa LLVM. O desenho resume várias etapas internas.</a:t>
            </a:r>
          </a:p>
        </p:txBody>
      </p:sp>
      <p:sp>
        <p:nvSpPr>
          <p:cNvPr id="29" name="p79-92">
            <a:extLst xmlns:a="http://schemas.openxmlformats.org/drawingml/2006/main">
              <a:ext uri="{FF2B5EF4-FFF2-40B4-BE49-F238E27FC236}">
                <a16:creationId xmlns:a16="http://schemas.microsoft.com/office/drawing/2014/main" id="{89DD3326-1FFB-410C-966A-6FB5C4566884}"/>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30" name="p79-93">
            <a:extLst xmlns:a="http://schemas.openxmlformats.org/drawingml/2006/main">
              <a:ext uri="{FF2B5EF4-FFF2-40B4-BE49-F238E27FC236}">
                <a16:creationId xmlns:a16="http://schemas.microsoft.com/office/drawing/2014/main" id="{11D33D25-C5F3-43CB-A1AD-2DD8EBF13F31}"/>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31" name="p79-94">
            <a:extLst xmlns:a="http://schemas.openxmlformats.org/drawingml/2006/main">
              <a:ext uri="{FF2B5EF4-FFF2-40B4-BE49-F238E27FC236}">
                <a16:creationId xmlns:a16="http://schemas.microsoft.com/office/drawing/2014/main" id="{372D94F8-61DB-4EB4-921B-CC1DFD7FCF1B}"/>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05</a:t>
            </a:r>
          </a:p>
        </p:txBody>
      </p:sp>
    </p:spTree>
    <p:extLst>
      <p:ext uri="{BB962C8B-B14F-4D97-AF65-F5344CB8AC3E}">
        <p14:creationId xmlns:p14="http://schemas.microsoft.com/office/powerpoint/2010/main" val="522408128"/>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BF9C4A7B-E39F-4B2F-97B6-F7A24B9581BF}"/>
              </a:ext>
            </a:extLst>
          </p:cNvPr>
          <p:cNvCxnSpPr>
            <a:stCxn xmlns:a="http://schemas.openxmlformats.org/drawingml/2006/main" id="11" idx="3"/>
            <a:endCxn xmlns:a="http://schemas.openxmlformats.org/drawingml/2006/main" id="14" idx="1"/>
          </p:cNvCxnSpPr>
          <p:nvPr/>
        </p:nvCxnSpPr>
        <p:spPr>
          <a:xfrm xmlns:a="http://schemas.openxmlformats.org/drawingml/2006/main">
            <a:off x="87439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8" name="">
            <a:extLst xmlns:a="http://schemas.openxmlformats.org/drawingml/2006/main">
              <a:ext uri="{FF2B5EF4-FFF2-40B4-BE49-F238E27FC236}">
                <a16:creationId xmlns:a16="http://schemas.microsoft.com/office/drawing/2014/main" id="{4B0A440F-83A1-487E-A583-15A6511CAC2E}"/>
              </a:ext>
            </a:extLst>
          </p:cNvPr>
          <p:cNvCxnSpPr>
            <a:stCxn xmlns:a="http://schemas.openxmlformats.org/drawingml/2006/main" id="8" idx="3"/>
            <a:endCxn xmlns:a="http://schemas.openxmlformats.org/drawingml/2006/main" id="11" idx="1"/>
          </p:cNvCxnSpPr>
          <p:nvPr/>
        </p:nvCxnSpPr>
        <p:spPr>
          <a:xfrm xmlns:a="http://schemas.openxmlformats.org/drawingml/2006/main">
            <a:off x="5981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7" name="">
            <a:extLst xmlns:a="http://schemas.openxmlformats.org/drawingml/2006/main">
              <a:ext uri="{FF2B5EF4-FFF2-40B4-BE49-F238E27FC236}">
                <a16:creationId xmlns:a16="http://schemas.microsoft.com/office/drawing/2014/main" id="{D8090976-8F5A-4F30-997B-595D06D8AECA}"/>
              </a:ext>
            </a:extLst>
          </p:cNvPr>
          <p:cNvCxnSpPr>
            <a:stCxn xmlns:a="http://schemas.openxmlformats.org/drawingml/2006/main" id="5" idx="3"/>
            <a:endCxn xmlns:a="http://schemas.openxmlformats.org/drawingml/2006/main" id="8" idx="1"/>
          </p:cNvCxnSpPr>
          <p:nvPr/>
        </p:nvCxnSpPr>
        <p:spPr>
          <a:xfrm xmlns:a="http://schemas.openxmlformats.org/drawingml/2006/main">
            <a:off x="32194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4" name="p79-95">
            <a:extLst xmlns:a="http://schemas.openxmlformats.org/drawingml/2006/main">
              <a:ext uri="{FF2B5EF4-FFF2-40B4-BE49-F238E27FC236}">
                <a16:creationId xmlns:a16="http://schemas.microsoft.com/office/drawing/2014/main" id="{ABFC709B-5172-498D-BF32-18409130F4A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96">
            <a:extLst xmlns:a="http://schemas.openxmlformats.org/drawingml/2006/main">
              <a:ext uri="{FF2B5EF4-FFF2-40B4-BE49-F238E27FC236}">
                <a16:creationId xmlns:a16="http://schemas.microsoft.com/office/drawing/2014/main" id="{F2245C70-81F6-4D9D-A7A8-02AC659A4AE7}"/>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97">
            <a:extLst xmlns:a="http://schemas.openxmlformats.org/drawingml/2006/main">
              <a:ext uri="{FF2B5EF4-FFF2-40B4-BE49-F238E27FC236}">
                <a16:creationId xmlns:a16="http://schemas.microsoft.com/office/drawing/2014/main" id="{7159F509-E8EB-405E-A760-E3D7DF68D749}"/>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98">
            <a:extLst xmlns:a="http://schemas.openxmlformats.org/drawingml/2006/main">
              <a:ext uri="{FF2B5EF4-FFF2-40B4-BE49-F238E27FC236}">
                <a16:creationId xmlns:a16="http://schemas.microsoft.com/office/drawing/2014/main" id="{00858054-CE27-4FA9-930D-782290392CFD}"/>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LLVM reutiliza etapas entre linguagens</a:t>
            </a:r>
          </a:p>
        </p:txBody>
      </p:sp>
      <p:sp>
        <p:nvSpPr>
          <p:cNvPr id="5" name="p79-99">
            <a:extLst xmlns:a="http://schemas.openxmlformats.org/drawingml/2006/main">
              <a:ext uri="{FF2B5EF4-FFF2-40B4-BE49-F238E27FC236}">
                <a16:creationId xmlns:a16="http://schemas.microsoft.com/office/drawing/2014/main" id="{4D38C594-4FE5-411D-8DA1-D36C8B0E7F8A}"/>
              </a:ext>
            </a:extLst>
          </p:cNvPr>
          <p:cNvSpPr>
            <a:spLocks xmlns:a="http://schemas.openxmlformats.org/drawingml/2006/main" noGrp="1"/>
          </p:cNvSpPr>
          <p:nvPr/>
        </p:nvSpPr>
        <p:spPr>
          <a:xfrm xmlns:a="http://schemas.openxmlformats.org/drawingml/2006/main">
            <a:off x="6858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100">
            <a:extLst xmlns:a="http://schemas.openxmlformats.org/drawingml/2006/main">
              <a:ext uri="{FF2B5EF4-FFF2-40B4-BE49-F238E27FC236}">
                <a16:creationId xmlns:a16="http://schemas.microsoft.com/office/drawing/2014/main" id="{65BEB395-30FA-4088-8285-1E831E572019}"/>
              </a:ext>
            </a:extLst>
          </p:cNvPr>
          <p:cNvSpPr>
            <a:spLocks xmlns:a="http://schemas.openxmlformats.org/drawingml/2006/main" noGrp="1"/>
          </p:cNvSpPr>
          <p:nvPr/>
        </p:nvSpPr>
        <p:spPr>
          <a:xfrm xmlns:a="http://schemas.openxmlformats.org/drawingml/2006/main">
            <a:off x="8191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101">
            <a:extLst xmlns:a="http://schemas.openxmlformats.org/drawingml/2006/main">
              <a:ext uri="{FF2B5EF4-FFF2-40B4-BE49-F238E27FC236}">
                <a16:creationId xmlns:a16="http://schemas.microsoft.com/office/drawing/2014/main" id="{5D7E4B84-0D24-4AFC-9347-A04F69DC6A95}"/>
              </a:ext>
            </a:extLst>
          </p:cNvPr>
          <p:cNvSpPr>
            <a:spLocks xmlns:a="http://schemas.openxmlformats.org/drawingml/2006/main" noGrp="1"/>
          </p:cNvSpPr>
          <p:nvPr/>
        </p:nvSpPr>
        <p:spPr>
          <a:xfrm xmlns:a="http://schemas.openxmlformats.org/drawingml/2006/main">
            <a:off x="8191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Front-end</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Regras da linguagem</a:t>
            </a:r>
          </a:p>
        </p:txBody>
      </p:sp>
      <p:sp>
        <p:nvSpPr>
          <p:cNvPr id="8" name="p79-102">
            <a:extLst xmlns:a="http://schemas.openxmlformats.org/drawingml/2006/main">
              <a:ext uri="{FF2B5EF4-FFF2-40B4-BE49-F238E27FC236}">
                <a16:creationId xmlns:a16="http://schemas.microsoft.com/office/drawing/2014/main" id="{3E728B01-1573-4840-86CA-121681281B78}"/>
              </a:ext>
            </a:extLst>
          </p:cNvPr>
          <p:cNvSpPr>
            <a:spLocks xmlns:a="http://schemas.openxmlformats.org/drawingml/2006/main" noGrp="1"/>
          </p:cNvSpPr>
          <p:nvPr/>
        </p:nvSpPr>
        <p:spPr>
          <a:xfrm xmlns:a="http://schemas.openxmlformats.org/drawingml/2006/main">
            <a:off x="34480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103">
            <a:extLst xmlns:a="http://schemas.openxmlformats.org/drawingml/2006/main">
              <a:ext uri="{FF2B5EF4-FFF2-40B4-BE49-F238E27FC236}">
                <a16:creationId xmlns:a16="http://schemas.microsoft.com/office/drawing/2014/main" id="{AEF2A555-2539-4640-A79A-47095B4941E4}"/>
              </a:ext>
            </a:extLst>
          </p:cNvPr>
          <p:cNvSpPr>
            <a:spLocks xmlns:a="http://schemas.openxmlformats.org/drawingml/2006/main" noGrp="1"/>
          </p:cNvSpPr>
          <p:nvPr/>
        </p:nvSpPr>
        <p:spPr>
          <a:xfrm xmlns:a="http://schemas.openxmlformats.org/drawingml/2006/main">
            <a:off x="35814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104">
            <a:extLst xmlns:a="http://schemas.openxmlformats.org/drawingml/2006/main">
              <a:ext uri="{FF2B5EF4-FFF2-40B4-BE49-F238E27FC236}">
                <a16:creationId xmlns:a16="http://schemas.microsoft.com/office/drawing/2014/main" id="{4FC6435F-3168-49C8-9986-C7F15E5FD888}"/>
              </a:ext>
            </a:extLst>
          </p:cNvPr>
          <p:cNvSpPr>
            <a:spLocks xmlns:a="http://schemas.openxmlformats.org/drawingml/2006/main" noGrp="1"/>
          </p:cNvSpPr>
          <p:nvPr/>
        </p:nvSpPr>
        <p:spPr>
          <a:xfrm xmlns:a="http://schemas.openxmlformats.org/drawingml/2006/main">
            <a:off x="35814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LLVM IR</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Código intermediário</a:t>
            </a:r>
          </a:p>
        </p:txBody>
      </p:sp>
      <p:sp>
        <p:nvSpPr>
          <p:cNvPr id="11" name="p79-105">
            <a:extLst xmlns:a="http://schemas.openxmlformats.org/drawingml/2006/main">
              <a:ext uri="{FF2B5EF4-FFF2-40B4-BE49-F238E27FC236}">
                <a16:creationId xmlns:a16="http://schemas.microsoft.com/office/drawing/2014/main" id="{E0494B7F-C3CA-425B-BDE9-D0E7CF64616D}"/>
              </a:ext>
            </a:extLst>
          </p:cNvPr>
          <p:cNvSpPr>
            <a:spLocks xmlns:a="http://schemas.openxmlformats.org/drawingml/2006/main" noGrp="1"/>
          </p:cNvSpPr>
          <p:nvPr/>
        </p:nvSpPr>
        <p:spPr>
          <a:xfrm xmlns:a="http://schemas.openxmlformats.org/drawingml/2006/main">
            <a:off x="62103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106">
            <a:extLst xmlns:a="http://schemas.openxmlformats.org/drawingml/2006/main">
              <a:ext uri="{FF2B5EF4-FFF2-40B4-BE49-F238E27FC236}">
                <a16:creationId xmlns:a16="http://schemas.microsoft.com/office/drawing/2014/main" id="{9C0C0F0F-4C91-482D-A2AC-EC977213BC43}"/>
              </a:ext>
            </a:extLst>
          </p:cNvPr>
          <p:cNvSpPr>
            <a:spLocks xmlns:a="http://schemas.openxmlformats.org/drawingml/2006/main" noGrp="1"/>
          </p:cNvSpPr>
          <p:nvPr/>
        </p:nvSpPr>
        <p:spPr>
          <a:xfrm xmlns:a="http://schemas.openxmlformats.org/drawingml/2006/main">
            <a:off x="63436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107">
            <a:extLst xmlns:a="http://schemas.openxmlformats.org/drawingml/2006/main">
              <a:ext uri="{FF2B5EF4-FFF2-40B4-BE49-F238E27FC236}">
                <a16:creationId xmlns:a16="http://schemas.microsoft.com/office/drawing/2014/main" id="{199074BD-71AE-4AB6-8B2F-E1698DD1C827}"/>
              </a:ext>
            </a:extLst>
          </p:cNvPr>
          <p:cNvSpPr>
            <a:spLocks xmlns:a="http://schemas.openxmlformats.org/drawingml/2006/main" noGrp="1"/>
          </p:cNvSpPr>
          <p:nvPr/>
        </p:nvSpPr>
        <p:spPr>
          <a:xfrm xmlns:a="http://schemas.openxmlformats.org/drawingml/2006/main">
            <a:off x="63436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Otimizador</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Passes de transformação</a:t>
            </a:r>
          </a:p>
        </p:txBody>
      </p:sp>
      <p:sp>
        <p:nvSpPr>
          <p:cNvPr id="14" name="p79-108">
            <a:extLst xmlns:a="http://schemas.openxmlformats.org/drawingml/2006/main">
              <a:ext uri="{FF2B5EF4-FFF2-40B4-BE49-F238E27FC236}">
                <a16:creationId xmlns:a16="http://schemas.microsoft.com/office/drawing/2014/main" id="{D4A51F6C-D38D-4CB8-87BA-FFBA1A4A0FBF}"/>
              </a:ext>
            </a:extLst>
          </p:cNvPr>
          <p:cNvSpPr>
            <a:spLocks xmlns:a="http://schemas.openxmlformats.org/drawingml/2006/main" noGrp="1"/>
          </p:cNvSpPr>
          <p:nvPr/>
        </p:nvSpPr>
        <p:spPr>
          <a:xfrm xmlns:a="http://schemas.openxmlformats.org/drawingml/2006/main">
            <a:off x="89725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109">
            <a:extLst xmlns:a="http://schemas.openxmlformats.org/drawingml/2006/main">
              <a:ext uri="{FF2B5EF4-FFF2-40B4-BE49-F238E27FC236}">
                <a16:creationId xmlns:a16="http://schemas.microsoft.com/office/drawing/2014/main" id="{01B681C9-40A9-48EB-B6AF-85EED973E19F}"/>
              </a:ext>
            </a:extLst>
          </p:cNvPr>
          <p:cNvSpPr>
            <a:spLocks xmlns:a="http://schemas.openxmlformats.org/drawingml/2006/main" noGrp="1"/>
          </p:cNvSpPr>
          <p:nvPr/>
        </p:nvSpPr>
        <p:spPr>
          <a:xfrm xmlns:a="http://schemas.openxmlformats.org/drawingml/2006/main">
            <a:off x="91059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110">
            <a:extLst xmlns:a="http://schemas.openxmlformats.org/drawingml/2006/main">
              <a:ext uri="{FF2B5EF4-FFF2-40B4-BE49-F238E27FC236}">
                <a16:creationId xmlns:a16="http://schemas.microsoft.com/office/drawing/2014/main" id="{BA7891EB-EE41-4017-A4B5-3FE18306F362}"/>
              </a:ext>
            </a:extLst>
          </p:cNvPr>
          <p:cNvSpPr>
            <a:spLocks xmlns:a="http://schemas.openxmlformats.org/drawingml/2006/main" noGrp="1"/>
          </p:cNvSpPr>
          <p:nvPr/>
        </p:nvSpPr>
        <p:spPr>
          <a:xfrm xmlns:a="http://schemas.openxmlformats.org/drawingml/2006/main">
            <a:off x="91059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Back-end</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Instruções do alvo</a:t>
            </a:r>
          </a:p>
        </p:txBody>
      </p:sp>
      <p:sp>
        <p:nvSpPr>
          <p:cNvPr id="20" name="p79-111">
            <a:extLst xmlns:a="http://schemas.openxmlformats.org/drawingml/2006/main">
              <a:ext uri="{FF2B5EF4-FFF2-40B4-BE49-F238E27FC236}">
                <a16:creationId xmlns:a16="http://schemas.microsoft.com/office/drawing/2014/main" id="{F6F92C36-A8C3-4582-85BE-69DCE53641C0}"/>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Front-ends diferentes podem compartilhar otimizações e geradores de código</a:t>
            </a:r>
          </a:p>
        </p:txBody>
      </p:sp>
      <p:sp>
        <p:nvSpPr>
          <p:cNvPr id="21" name="p79-112">
            <a:extLst xmlns:a="http://schemas.openxmlformats.org/drawingml/2006/main">
              <a:ext uri="{FF2B5EF4-FFF2-40B4-BE49-F238E27FC236}">
                <a16:creationId xmlns:a16="http://schemas.microsoft.com/office/drawing/2014/main" id="{D1A795AC-3087-4532-A00F-381BF45E0945}"/>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2" name="p79-113">
            <a:extLst xmlns:a="http://schemas.openxmlformats.org/drawingml/2006/main">
              <a:ext uri="{FF2B5EF4-FFF2-40B4-BE49-F238E27FC236}">
                <a16:creationId xmlns:a16="http://schemas.microsoft.com/office/drawing/2014/main" id="{6A05E7C2-1A4B-49E5-9F10-029A9261BC7C}"/>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3" name="p79-114">
            <a:extLst xmlns:a="http://schemas.openxmlformats.org/drawingml/2006/main">
              <a:ext uri="{FF2B5EF4-FFF2-40B4-BE49-F238E27FC236}">
                <a16:creationId xmlns:a16="http://schemas.microsoft.com/office/drawing/2014/main" id="{8FA0B4C8-A311-499A-995F-900BBBBFE9FE}"/>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06</a:t>
            </a:r>
          </a:p>
        </p:txBody>
      </p:sp>
    </p:spTree>
    <p:extLst>
      <p:ext uri="{BB962C8B-B14F-4D97-AF65-F5344CB8AC3E}">
        <p14:creationId xmlns:p14="http://schemas.microsoft.com/office/powerpoint/2010/main" val="95922935"/>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72EDF3A-C6EC-4C83-A10C-5A849FDD3008}"/>
              </a:ext>
            </a:extLst>
          </p:cNvPr>
          <p:cNvCxnSpPr>
            <a:stCxn xmlns:a="http://schemas.openxmlformats.org/drawingml/2006/main" id="5" idx="2"/>
            <a:endCxn xmlns:a="http://schemas.openxmlformats.org/drawingml/2006/main" id="13" idx="0"/>
          </p:cNvCxnSpPr>
          <p:nvPr/>
        </p:nvCxnSpPr>
        <p:spPr>
          <a:xfrm xmlns:a="http://schemas.openxmlformats.org/drawingml/2006/main">
            <a:off x="6096000" y="2809875"/>
            <a:ext cx="3676650" cy="714375"/>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2" name="">
            <a:extLst xmlns:a="http://schemas.openxmlformats.org/drawingml/2006/main">
              <a:ext uri="{FF2B5EF4-FFF2-40B4-BE49-F238E27FC236}">
                <a16:creationId xmlns:a16="http://schemas.microsoft.com/office/drawing/2014/main" id="{1B317371-2AEC-4B11-8116-05D0060978FC}"/>
              </a:ext>
            </a:extLst>
          </p:cNvPr>
          <p:cNvCxnSpPr>
            <a:stCxn xmlns:a="http://schemas.openxmlformats.org/drawingml/2006/main" id="5" idx="2"/>
            <a:endCxn xmlns:a="http://schemas.openxmlformats.org/drawingml/2006/main" id="10" idx="0"/>
          </p:cNvCxnSpPr>
          <p:nvPr/>
        </p:nvCxnSpPr>
        <p:spPr>
          <a:xfrm xmlns:a="http://schemas.openxmlformats.org/drawingml/2006/main">
            <a:off x="6096000" y="2809875"/>
            <a:ext cx="0" cy="714375"/>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9" name="">
            <a:extLst xmlns:a="http://schemas.openxmlformats.org/drawingml/2006/main">
              <a:ext uri="{FF2B5EF4-FFF2-40B4-BE49-F238E27FC236}">
                <a16:creationId xmlns:a16="http://schemas.microsoft.com/office/drawing/2014/main" id="{619A79CC-D3C2-4702-85C0-EE4BFF623524}"/>
              </a:ext>
            </a:extLst>
          </p:cNvPr>
          <p:cNvCxnSpPr>
            <a:stCxn xmlns:a="http://schemas.openxmlformats.org/drawingml/2006/main" id="5" idx="2"/>
            <a:endCxn xmlns:a="http://schemas.openxmlformats.org/drawingml/2006/main" id="7" idx="0"/>
          </p:cNvCxnSpPr>
          <p:nvPr/>
        </p:nvCxnSpPr>
        <p:spPr>
          <a:xfrm xmlns:a="http://schemas.openxmlformats.org/drawingml/2006/main" flipH="1">
            <a:off x="2419350" y="2809875"/>
            <a:ext cx="3676650" cy="714375"/>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0" name="p79-115">
            <a:extLst xmlns:a="http://schemas.openxmlformats.org/drawingml/2006/main">
              <a:ext uri="{FF2B5EF4-FFF2-40B4-BE49-F238E27FC236}">
                <a16:creationId xmlns:a16="http://schemas.microsoft.com/office/drawing/2014/main" id="{7D38549A-DC11-40A0-A296-340A2EC9FB1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116">
            <a:extLst xmlns:a="http://schemas.openxmlformats.org/drawingml/2006/main">
              <a:ext uri="{FF2B5EF4-FFF2-40B4-BE49-F238E27FC236}">
                <a16:creationId xmlns:a16="http://schemas.microsoft.com/office/drawing/2014/main" id="{F993A02F-EB98-4FA6-8F7C-5C4153A02EE9}"/>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117">
            <a:extLst xmlns:a="http://schemas.openxmlformats.org/drawingml/2006/main">
              <a:ext uri="{FF2B5EF4-FFF2-40B4-BE49-F238E27FC236}">
                <a16:creationId xmlns:a16="http://schemas.microsoft.com/office/drawing/2014/main" id="{CD1766E3-B509-40D0-9E4F-83FAF6E66F57}"/>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118">
            <a:extLst xmlns:a="http://schemas.openxmlformats.org/drawingml/2006/main">
              <a:ext uri="{FF2B5EF4-FFF2-40B4-BE49-F238E27FC236}">
                <a16:creationId xmlns:a16="http://schemas.microsoft.com/office/drawing/2014/main" id="{0E7613A3-515E-4350-9CCA-07320D1441F4}"/>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alvo define o código gerado</a:t>
            </a:r>
          </a:p>
        </p:txBody>
      </p:sp>
      <p:sp>
        <p:nvSpPr>
          <p:cNvPr id="5" name="p79-119">
            <a:extLst xmlns:a="http://schemas.openxmlformats.org/drawingml/2006/main">
              <a:ext uri="{FF2B5EF4-FFF2-40B4-BE49-F238E27FC236}">
                <a16:creationId xmlns:a16="http://schemas.microsoft.com/office/drawing/2014/main" id="{FECC9786-2527-4A96-B1F4-4E57E41502C8}"/>
              </a:ext>
            </a:extLst>
          </p:cNvPr>
          <p:cNvSpPr>
            <a:spLocks xmlns:a="http://schemas.openxmlformats.org/drawingml/2006/main" noGrp="1"/>
          </p:cNvSpPr>
          <p:nvPr/>
        </p:nvSpPr>
        <p:spPr>
          <a:xfrm xmlns:a="http://schemas.openxmlformats.org/drawingml/2006/main">
            <a:off x="4191000" y="1952625"/>
            <a:ext cx="3810000" cy="857250"/>
          </a:xfrm>
          <a:prstGeom xmlns:a="http://schemas.openxmlformats.org/drawingml/2006/main" prst="roundRect">
            <a:avLst>
              <a:gd name="adj" fmla="val 8889"/>
            </a:avLst>
          </a:prstGeom>
          <a:solidFill xmlns:a="http://schemas.openxmlformats.org/drawingml/2006/main">
            <a:srgbClr val="102B43"/>
          </a:solidFill>
          <a:ln xmlns:a="http://schemas.openxmlformats.org/drawingml/2006/main" w="0">
            <a:noFill/>
            <a:prstDash val="solid"/>
          </a:ln>
        </p:spPr>
      </p:sp>
      <p:sp>
        <p:nvSpPr>
          <p:cNvPr id="6" name="p79-120">
            <a:extLst xmlns:a="http://schemas.openxmlformats.org/drawingml/2006/main">
              <a:ext uri="{FF2B5EF4-FFF2-40B4-BE49-F238E27FC236}">
                <a16:creationId xmlns:a16="http://schemas.microsoft.com/office/drawing/2014/main" id="{21AF9271-E6FC-454B-BA26-9AC17E019FF1}"/>
              </a:ext>
            </a:extLst>
          </p:cNvPr>
          <p:cNvSpPr>
            <a:spLocks xmlns:a="http://schemas.openxmlformats.org/drawingml/2006/main" noGrp="1"/>
          </p:cNvSpPr>
          <p:nvPr/>
        </p:nvSpPr>
        <p:spPr>
          <a:xfrm xmlns:a="http://schemas.openxmlformats.org/drawingml/2006/main">
            <a:off x="4381500" y="2181225"/>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Mesmo código fonte</a:t>
            </a:r>
          </a:p>
        </p:txBody>
      </p:sp>
      <p:sp>
        <p:nvSpPr>
          <p:cNvPr id="7" name="p79-121">
            <a:extLst xmlns:a="http://schemas.openxmlformats.org/drawingml/2006/main">
              <a:ext uri="{FF2B5EF4-FFF2-40B4-BE49-F238E27FC236}">
                <a16:creationId xmlns:a16="http://schemas.microsoft.com/office/drawing/2014/main" id="{45D89FA0-46C4-41F8-BE5E-64547F788A2D}"/>
              </a:ext>
            </a:extLst>
          </p:cNvPr>
          <p:cNvSpPr>
            <a:spLocks xmlns:a="http://schemas.openxmlformats.org/drawingml/2006/main" noGrp="1"/>
          </p:cNvSpPr>
          <p:nvPr/>
        </p:nvSpPr>
        <p:spPr>
          <a:xfrm xmlns:a="http://schemas.openxmlformats.org/drawingml/2006/main">
            <a:off x="685800" y="3524250"/>
            <a:ext cx="346710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8" name="p79-122">
            <a:extLst xmlns:a="http://schemas.openxmlformats.org/drawingml/2006/main">
              <a:ext uri="{FF2B5EF4-FFF2-40B4-BE49-F238E27FC236}">
                <a16:creationId xmlns:a16="http://schemas.microsoft.com/office/drawing/2014/main" id="{ADE76602-0227-4827-A6CD-32D77F6262FD}"/>
              </a:ext>
            </a:extLst>
          </p:cNvPr>
          <p:cNvSpPr>
            <a:spLocks xmlns:a="http://schemas.openxmlformats.org/drawingml/2006/main" noGrp="1"/>
          </p:cNvSpPr>
          <p:nvPr/>
        </p:nvSpPr>
        <p:spPr>
          <a:xfrm xmlns:a="http://schemas.openxmlformats.org/drawingml/2006/main">
            <a:off x="819150" y="3790950"/>
            <a:ext cx="3200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Alvo Windows x86-64</a:t>
            </a:r>
          </a:p>
        </p:txBody>
      </p:sp>
      <p:sp>
        <p:nvSpPr>
          <p:cNvPr id="10" name="p79-123">
            <a:extLst xmlns:a="http://schemas.openxmlformats.org/drawingml/2006/main">
              <a:ext uri="{FF2B5EF4-FFF2-40B4-BE49-F238E27FC236}">
                <a16:creationId xmlns:a16="http://schemas.microsoft.com/office/drawing/2014/main" id="{737BC4F6-7583-4EBB-8E2B-A0C8080CCD48}"/>
              </a:ext>
            </a:extLst>
          </p:cNvPr>
          <p:cNvSpPr>
            <a:spLocks xmlns:a="http://schemas.openxmlformats.org/drawingml/2006/main" noGrp="1"/>
          </p:cNvSpPr>
          <p:nvPr/>
        </p:nvSpPr>
        <p:spPr>
          <a:xfrm xmlns:a="http://schemas.openxmlformats.org/drawingml/2006/main">
            <a:off x="4362450" y="3524250"/>
            <a:ext cx="346710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11" name="p79-124">
            <a:extLst xmlns:a="http://schemas.openxmlformats.org/drawingml/2006/main">
              <a:ext uri="{FF2B5EF4-FFF2-40B4-BE49-F238E27FC236}">
                <a16:creationId xmlns:a16="http://schemas.microsoft.com/office/drawing/2014/main" id="{A17EA5C7-FC45-42C9-91DB-7B680037C7FC}"/>
              </a:ext>
            </a:extLst>
          </p:cNvPr>
          <p:cNvSpPr>
            <a:spLocks xmlns:a="http://schemas.openxmlformats.org/drawingml/2006/main" noGrp="1"/>
          </p:cNvSpPr>
          <p:nvPr/>
        </p:nvSpPr>
        <p:spPr>
          <a:xfrm xmlns:a="http://schemas.openxmlformats.org/drawingml/2006/main">
            <a:off x="4495800" y="3790950"/>
            <a:ext cx="3200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Alvo Linux x86-64</a:t>
            </a:r>
          </a:p>
        </p:txBody>
      </p:sp>
      <p:sp>
        <p:nvSpPr>
          <p:cNvPr id="13" name="p79-125">
            <a:extLst xmlns:a="http://schemas.openxmlformats.org/drawingml/2006/main">
              <a:ext uri="{FF2B5EF4-FFF2-40B4-BE49-F238E27FC236}">
                <a16:creationId xmlns:a16="http://schemas.microsoft.com/office/drawing/2014/main" id="{D7CAA9A0-454F-4765-BC5C-B9B6B86B3985}"/>
              </a:ext>
            </a:extLst>
          </p:cNvPr>
          <p:cNvSpPr>
            <a:spLocks xmlns:a="http://schemas.openxmlformats.org/drawingml/2006/main" noGrp="1"/>
          </p:cNvSpPr>
          <p:nvPr/>
        </p:nvSpPr>
        <p:spPr>
          <a:xfrm xmlns:a="http://schemas.openxmlformats.org/drawingml/2006/main">
            <a:off x="8039100" y="3524250"/>
            <a:ext cx="346710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14" name="p79-126">
            <a:extLst xmlns:a="http://schemas.openxmlformats.org/drawingml/2006/main">
              <a:ext uri="{FF2B5EF4-FFF2-40B4-BE49-F238E27FC236}">
                <a16:creationId xmlns:a16="http://schemas.microsoft.com/office/drawing/2014/main" id="{5779AC39-824C-4DD8-AC34-4ACD967111CF}"/>
              </a:ext>
            </a:extLst>
          </p:cNvPr>
          <p:cNvSpPr>
            <a:spLocks xmlns:a="http://schemas.openxmlformats.org/drawingml/2006/main" noGrp="1"/>
          </p:cNvSpPr>
          <p:nvPr/>
        </p:nvSpPr>
        <p:spPr>
          <a:xfrm xmlns:a="http://schemas.openxmlformats.org/drawingml/2006/main">
            <a:off x="8172450" y="3790950"/>
            <a:ext cx="3200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Alvo Linux AArch64</a:t>
            </a:r>
          </a:p>
        </p:txBody>
      </p:sp>
      <p:sp>
        <p:nvSpPr>
          <p:cNvPr id="16" name="p79-127">
            <a:extLst xmlns:a="http://schemas.openxmlformats.org/drawingml/2006/main">
              <a:ext uri="{FF2B5EF4-FFF2-40B4-BE49-F238E27FC236}">
                <a16:creationId xmlns:a16="http://schemas.microsoft.com/office/drawing/2014/main" id="{B513659F-3B11-4A23-873D-2AE98678898B}"/>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Arquitetura, sistema operacional e bibliotecas precisam ser compatíveis</a:t>
            </a:r>
          </a:p>
        </p:txBody>
      </p:sp>
      <p:sp>
        <p:nvSpPr>
          <p:cNvPr id="17" name="p79-128">
            <a:extLst xmlns:a="http://schemas.openxmlformats.org/drawingml/2006/main">
              <a:ext uri="{FF2B5EF4-FFF2-40B4-BE49-F238E27FC236}">
                <a16:creationId xmlns:a16="http://schemas.microsoft.com/office/drawing/2014/main" id="{70ADAE94-2F1D-479E-9803-DA67117ABD77}"/>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8" name="p79-129">
            <a:extLst xmlns:a="http://schemas.openxmlformats.org/drawingml/2006/main">
              <a:ext uri="{FF2B5EF4-FFF2-40B4-BE49-F238E27FC236}">
                <a16:creationId xmlns:a16="http://schemas.microsoft.com/office/drawing/2014/main" id="{EDA43543-1C42-46F8-A492-A5B7E0590358}"/>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9" name="p79-130">
            <a:extLst xmlns:a="http://schemas.openxmlformats.org/drawingml/2006/main">
              <a:ext uri="{FF2B5EF4-FFF2-40B4-BE49-F238E27FC236}">
                <a16:creationId xmlns:a16="http://schemas.microsoft.com/office/drawing/2014/main" id="{F7F67E67-8638-4667-86EE-13D32EDB0825}"/>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07</a:t>
            </a:r>
          </a:p>
        </p:txBody>
      </p:sp>
    </p:spTree>
    <p:extLst>
      <p:ext uri="{BB962C8B-B14F-4D97-AF65-F5344CB8AC3E}">
        <p14:creationId xmlns:p14="http://schemas.microsoft.com/office/powerpoint/2010/main" val="1745817828"/>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4787D8CD-7BCB-4249-B1C6-82F6BC78E1D3}"/>
              </a:ext>
            </a:extLst>
          </p:cNvPr>
          <p:cNvCxnSpPr>
            <a:stCxn xmlns:a="http://schemas.openxmlformats.org/drawingml/2006/main" id="17" idx="3"/>
            <a:endCxn xmlns:a="http://schemas.openxmlformats.org/drawingml/2006/main" id="20" idx="1"/>
          </p:cNvCxnSpPr>
          <p:nvPr/>
        </p:nvCxnSpPr>
        <p:spPr>
          <a:xfrm xmlns:a="http://schemas.openxmlformats.org/drawingml/2006/main">
            <a:off x="9664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6" name="">
            <a:extLst xmlns:a="http://schemas.openxmlformats.org/drawingml/2006/main">
              <a:ext uri="{FF2B5EF4-FFF2-40B4-BE49-F238E27FC236}">
                <a16:creationId xmlns:a16="http://schemas.microsoft.com/office/drawing/2014/main" id="{1FF3B72B-ABCA-4184-863B-E1C3C906E0CA}"/>
              </a:ext>
            </a:extLst>
          </p:cNvPr>
          <p:cNvCxnSpPr>
            <a:stCxn xmlns:a="http://schemas.openxmlformats.org/drawingml/2006/main" id="14" idx="3"/>
            <a:endCxn xmlns:a="http://schemas.openxmlformats.org/drawingml/2006/main" id="17" idx="1"/>
          </p:cNvCxnSpPr>
          <p:nvPr/>
        </p:nvCxnSpPr>
        <p:spPr>
          <a:xfrm xmlns:a="http://schemas.openxmlformats.org/drawingml/2006/main">
            <a:off x="7823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5" name="">
            <a:extLst xmlns:a="http://schemas.openxmlformats.org/drawingml/2006/main">
              <a:ext uri="{FF2B5EF4-FFF2-40B4-BE49-F238E27FC236}">
                <a16:creationId xmlns:a16="http://schemas.microsoft.com/office/drawing/2014/main" id="{35424906-B3E3-44AF-BDC6-DF9A7D94074E}"/>
              </a:ext>
            </a:extLst>
          </p:cNvPr>
          <p:cNvCxnSpPr>
            <a:stCxn xmlns:a="http://schemas.openxmlformats.org/drawingml/2006/main" id="11" idx="3"/>
            <a:endCxn xmlns:a="http://schemas.openxmlformats.org/drawingml/2006/main" id="14" idx="1"/>
          </p:cNvCxnSpPr>
          <p:nvPr/>
        </p:nvCxnSpPr>
        <p:spPr>
          <a:xfrm xmlns:a="http://schemas.openxmlformats.org/drawingml/2006/main">
            <a:off x="5981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4" name="">
            <a:extLst xmlns:a="http://schemas.openxmlformats.org/drawingml/2006/main">
              <a:ext uri="{FF2B5EF4-FFF2-40B4-BE49-F238E27FC236}">
                <a16:creationId xmlns:a16="http://schemas.microsoft.com/office/drawing/2014/main" id="{D21369C8-DB96-4263-AEC7-190E396108CF}"/>
              </a:ext>
            </a:extLst>
          </p:cNvPr>
          <p:cNvCxnSpPr>
            <a:stCxn xmlns:a="http://schemas.openxmlformats.org/drawingml/2006/main" id="8" idx="3"/>
            <a:endCxn xmlns:a="http://schemas.openxmlformats.org/drawingml/2006/main" id="11" idx="1"/>
          </p:cNvCxnSpPr>
          <p:nvPr/>
        </p:nvCxnSpPr>
        <p:spPr>
          <a:xfrm xmlns:a="http://schemas.openxmlformats.org/drawingml/2006/main">
            <a:off x="4140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3" name="">
            <a:extLst xmlns:a="http://schemas.openxmlformats.org/drawingml/2006/main">
              <a:ext uri="{FF2B5EF4-FFF2-40B4-BE49-F238E27FC236}">
                <a16:creationId xmlns:a16="http://schemas.microsoft.com/office/drawing/2014/main" id="{D93FF6EB-7D56-49D9-BE8E-C573F437F2B3}"/>
              </a:ext>
            </a:extLst>
          </p:cNvPr>
          <p:cNvCxnSpPr>
            <a:stCxn xmlns:a="http://schemas.openxmlformats.org/drawingml/2006/main" id="5" idx="3"/>
            <a:endCxn xmlns:a="http://schemas.openxmlformats.org/drawingml/2006/main" id="8" idx="1"/>
          </p:cNvCxnSpPr>
          <p:nvPr/>
        </p:nvCxnSpPr>
        <p:spPr>
          <a:xfrm xmlns:a="http://schemas.openxmlformats.org/drawingml/2006/main">
            <a:off x="2298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32" name="p79-131">
            <a:extLst xmlns:a="http://schemas.openxmlformats.org/drawingml/2006/main">
              <a:ext uri="{FF2B5EF4-FFF2-40B4-BE49-F238E27FC236}">
                <a16:creationId xmlns:a16="http://schemas.microsoft.com/office/drawing/2014/main" id="{A4E0F378-64CE-4A97-B307-116B4FB7880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132">
            <a:extLst xmlns:a="http://schemas.openxmlformats.org/drawingml/2006/main">
              <a:ext uri="{FF2B5EF4-FFF2-40B4-BE49-F238E27FC236}">
                <a16:creationId xmlns:a16="http://schemas.microsoft.com/office/drawing/2014/main" id="{9D314CA7-3729-4938-A0BB-3B78277903BB}"/>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133">
            <a:extLst xmlns:a="http://schemas.openxmlformats.org/drawingml/2006/main">
              <a:ext uri="{FF2B5EF4-FFF2-40B4-BE49-F238E27FC236}">
                <a16:creationId xmlns:a16="http://schemas.microsoft.com/office/drawing/2014/main" id="{0A9A8C7A-6D89-4F41-8D5D-F2A7025B3A44}"/>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134">
            <a:extLst xmlns:a="http://schemas.openxmlformats.org/drawingml/2006/main">
              <a:ext uri="{FF2B5EF4-FFF2-40B4-BE49-F238E27FC236}">
                <a16:creationId xmlns:a16="http://schemas.microsoft.com/office/drawing/2014/main" id="{BD940938-1043-4459-998F-67B7F8B1CF20}"/>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C também passa por etapas de compilação</a:t>
            </a:r>
          </a:p>
        </p:txBody>
      </p:sp>
      <p:sp>
        <p:nvSpPr>
          <p:cNvPr id="5" name="p79-135">
            <a:extLst xmlns:a="http://schemas.openxmlformats.org/drawingml/2006/main">
              <a:ext uri="{FF2B5EF4-FFF2-40B4-BE49-F238E27FC236}">
                <a16:creationId xmlns:a16="http://schemas.microsoft.com/office/drawing/2014/main" id="{D9CE2F0A-182B-4D83-A8DC-9241C353CF9C}"/>
              </a:ext>
            </a:extLst>
          </p:cNvPr>
          <p:cNvSpPr>
            <a:spLocks xmlns:a="http://schemas.openxmlformats.org/drawingml/2006/main" noGrp="1"/>
          </p:cNvSpPr>
          <p:nvPr/>
        </p:nvSpPr>
        <p:spPr>
          <a:xfrm xmlns:a="http://schemas.openxmlformats.org/drawingml/2006/main">
            <a:off x="685800" y="2667000"/>
            <a:ext cx="16129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136">
            <a:extLst xmlns:a="http://schemas.openxmlformats.org/drawingml/2006/main">
              <a:ext uri="{FF2B5EF4-FFF2-40B4-BE49-F238E27FC236}">
                <a16:creationId xmlns:a16="http://schemas.microsoft.com/office/drawing/2014/main" id="{97ACEFC7-6F5A-4566-ADB3-D6EF24364F67}"/>
              </a:ext>
            </a:extLst>
          </p:cNvPr>
          <p:cNvSpPr>
            <a:spLocks xmlns:a="http://schemas.openxmlformats.org/drawingml/2006/main" noGrp="1"/>
          </p:cNvSpPr>
          <p:nvPr/>
        </p:nvSpPr>
        <p:spPr>
          <a:xfrm xmlns:a="http://schemas.openxmlformats.org/drawingml/2006/main">
            <a:off x="8191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137">
            <a:extLst xmlns:a="http://schemas.openxmlformats.org/drawingml/2006/main">
              <a:ext uri="{FF2B5EF4-FFF2-40B4-BE49-F238E27FC236}">
                <a16:creationId xmlns:a16="http://schemas.microsoft.com/office/drawing/2014/main" id="{6C8A7B17-BA22-4489-B431-6ABF7A3A9878}"/>
              </a:ext>
            </a:extLst>
          </p:cNvPr>
          <p:cNvSpPr>
            <a:spLocks xmlns:a="http://schemas.openxmlformats.org/drawingml/2006/main" noGrp="1"/>
          </p:cNvSpPr>
          <p:nvPr/>
        </p:nvSpPr>
        <p:spPr>
          <a:xfrm xmlns:a="http://schemas.openxmlformats.org/drawingml/2006/main">
            <a:off x="8191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Código .c</a:t>
            </a:r>
          </a:p>
        </p:txBody>
      </p:sp>
      <p:sp>
        <p:nvSpPr>
          <p:cNvPr id="8" name="p79-138">
            <a:extLst xmlns:a="http://schemas.openxmlformats.org/drawingml/2006/main">
              <a:ext uri="{FF2B5EF4-FFF2-40B4-BE49-F238E27FC236}">
                <a16:creationId xmlns:a16="http://schemas.microsoft.com/office/drawing/2014/main" id="{89239865-4270-475A-9C0F-1F259942487E}"/>
              </a:ext>
            </a:extLst>
          </p:cNvPr>
          <p:cNvSpPr>
            <a:spLocks xmlns:a="http://schemas.openxmlformats.org/drawingml/2006/main" noGrp="1"/>
          </p:cNvSpPr>
          <p:nvPr/>
        </p:nvSpPr>
        <p:spPr>
          <a:xfrm xmlns:a="http://schemas.openxmlformats.org/drawingml/2006/main">
            <a:off x="2527300" y="2667000"/>
            <a:ext cx="16129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139">
            <a:extLst xmlns:a="http://schemas.openxmlformats.org/drawingml/2006/main">
              <a:ext uri="{FF2B5EF4-FFF2-40B4-BE49-F238E27FC236}">
                <a16:creationId xmlns:a16="http://schemas.microsoft.com/office/drawing/2014/main" id="{76AF801C-AAD7-4D81-98E5-65455DB76A0E}"/>
              </a:ext>
            </a:extLst>
          </p:cNvPr>
          <p:cNvSpPr>
            <a:spLocks xmlns:a="http://schemas.openxmlformats.org/drawingml/2006/main" noGrp="1"/>
          </p:cNvSpPr>
          <p:nvPr/>
        </p:nvSpPr>
        <p:spPr>
          <a:xfrm xmlns:a="http://schemas.openxmlformats.org/drawingml/2006/main">
            <a:off x="26606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140">
            <a:extLst xmlns:a="http://schemas.openxmlformats.org/drawingml/2006/main">
              <a:ext uri="{FF2B5EF4-FFF2-40B4-BE49-F238E27FC236}">
                <a16:creationId xmlns:a16="http://schemas.microsoft.com/office/drawing/2014/main" id="{8891086D-CBAA-473D-B200-6105F1E91117}"/>
              </a:ext>
            </a:extLst>
          </p:cNvPr>
          <p:cNvSpPr>
            <a:spLocks xmlns:a="http://schemas.openxmlformats.org/drawingml/2006/main" noGrp="1"/>
          </p:cNvSpPr>
          <p:nvPr/>
        </p:nvSpPr>
        <p:spPr>
          <a:xfrm xmlns:a="http://schemas.openxmlformats.org/drawingml/2006/main">
            <a:off x="26606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Macros e</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inclusões</a:t>
            </a:r>
          </a:p>
        </p:txBody>
      </p:sp>
      <p:sp>
        <p:nvSpPr>
          <p:cNvPr id="11" name="p79-141">
            <a:extLst xmlns:a="http://schemas.openxmlformats.org/drawingml/2006/main">
              <a:ext uri="{FF2B5EF4-FFF2-40B4-BE49-F238E27FC236}">
                <a16:creationId xmlns:a16="http://schemas.microsoft.com/office/drawing/2014/main" id="{8AB06DD0-AD0B-46E5-BE1B-1CA4DFF016F6}"/>
              </a:ext>
            </a:extLst>
          </p:cNvPr>
          <p:cNvSpPr>
            <a:spLocks xmlns:a="http://schemas.openxmlformats.org/drawingml/2006/main" noGrp="1"/>
          </p:cNvSpPr>
          <p:nvPr/>
        </p:nvSpPr>
        <p:spPr>
          <a:xfrm xmlns:a="http://schemas.openxmlformats.org/drawingml/2006/main">
            <a:off x="4368800" y="2667000"/>
            <a:ext cx="16129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142">
            <a:extLst xmlns:a="http://schemas.openxmlformats.org/drawingml/2006/main">
              <a:ext uri="{FF2B5EF4-FFF2-40B4-BE49-F238E27FC236}">
                <a16:creationId xmlns:a16="http://schemas.microsoft.com/office/drawing/2014/main" id="{93A99F35-5D76-408F-83A8-A675C8084DEE}"/>
              </a:ext>
            </a:extLst>
          </p:cNvPr>
          <p:cNvSpPr>
            <a:spLocks xmlns:a="http://schemas.openxmlformats.org/drawingml/2006/main" noGrp="1"/>
          </p:cNvSpPr>
          <p:nvPr/>
        </p:nvSpPr>
        <p:spPr>
          <a:xfrm xmlns:a="http://schemas.openxmlformats.org/drawingml/2006/main">
            <a:off x="45021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143">
            <a:extLst xmlns:a="http://schemas.openxmlformats.org/drawingml/2006/main">
              <a:ext uri="{FF2B5EF4-FFF2-40B4-BE49-F238E27FC236}">
                <a16:creationId xmlns:a16="http://schemas.microsoft.com/office/drawing/2014/main" id="{6BE2FFCA-364F-467F-94A0-B36C917C72A7}"/>
              </a:ext>
            </a:extLst>
          </p:cNvPr>
          <p:cNvSpPr>
            <a:spLocks xmlns:a="http://schemas.openxmlformats.org/drawingml/2006/main" noGrp="1"/>
          </p:cNvSpPr>
          <p:nvPr/>
        </p:nvSpPr>
        <p:spPr>
          <a:xfrm xmlns:a="http://schemas.openxmlformats.org/drawingml/2006/main">
            <a:off x="45021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Compilador</a:t>
            </a:r>
          </a:p>
        </p:txBody>
      </p:sp>
      <p:sp>
        <p:nvSpPr>
          <p:cNvPr id="14" name="p79-144">
            <a:extLst xmlns:a="http://schemas.openxmlformats.org/drawingml/2006/main">
              <a:ext uri="{FF2B5EF4-FFF2-40B4-BE49-F238E27FC236}">
                <a16:creationId xmlns:a16="http://schemas.microsoft.com/office/drawing/2014/main" id="{D41E5D26-FDB4-4794-87EB-B507040D1469}"/>
              </a:ext>
            </a:extLst>
          </p:cNvPr>
          <p:cNvSpPr>
            <a:spLocks xmlns:a="http://schemas.openxmlformats.org/drawingml/2006/main" noGrp="1"/>
          </p:cNvSpPr>
          <p:nvPr/>
        </p:nvSpPr>
        <p:spPr>
          <a:xfrm xmlns:a="http://schemas.openxmlformats.org/drawingml/2006/main">
            <a:off x="6210300" y="2667000"/>
            <a:ext cx="16129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145">
            <a:extLst xmlns:a="http://schemas.openxmlformats.org/drawingml/2006/main">
              <a:ext uri="{FF2B5EF4-FFF2-40B4-BE49-F238E27FC236}">
                <a16:creationId xmlns:a16="http://schemas.microsoft.com/office/drawing/2014/main" id="{55ED453A-2659-46AB-81D3-1F791E2DD501}"/>
              </a:ext>
            </a:extLst>
          </p:cNvPr>
          <p:cNvSpPr>
            <a:spLocks xmlns:a="http://schemas.openxmlformats.org/drawingml/2006/main" noGrp="1"/>
          </p:cNvSpPr>
          <p:nvPr/>
        </p:nvSpPr>
        <p:spPr>
          <a:xfrm xmlns:a="http://schemas.openxmlformats.org/drawingml/2006/main">
            <a:off x="63436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146">
            <a:extLst xmlns:a="http://schemas.openxmlformats.org/drawingml/2006/main">
              <a:ext uri="{FF2B5EF4-FFF2-40B4-BE49-F238E27FC236}">
                <a16:creationId xmlns:a16="http://schemas.microsoft.com/office/drawing/2014/main" id="{18444AD8-3620-45B9-B4B0-F3EDE4AEE3BA}"/>
              </a:ext>
            </a:extLst>
          </p:cNvPr>
          <p:cNvSpPr>
            <a:spLocks xmlns:a="http://schemas.openxmlformats.org/drawingml/2006/main" noGrp="1"/>
          </p:cNvSpPr>
          <p:nvPr/>
        </p:nvSpPr>
        <p:spPr>
          <a:xfrm xmlns:a="http://schemas.openxmlformats.org/drawingml/2006/main">
            <a:off x="63436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Assembly</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Assembler</a:t>
            </a:r>
          </a:p>
        </p:txBody>
      </p:sp>
      <p:sp>
        <p:nvSpPr>
          <p:cNvPr id="17" name="p79-147">
            <a:extLst xmlns:a="http://schemas.openxmlformats.org/drawingml/2006/main">
              <a:ext uri="{FF2B5EF4-FFF2-40B4-BE49-F238E27FC236}">
                <a16:creationId xmlns:a16="http://schemas.microsoft.com/office/drawing/2014/main" id="{0B8C79A1-7F54-41AA-9CA0-16B6D8268E64}"/>
              </a:ext>
            </a:extLst>
          </p:cNvPr>
          <p:cNvSpPr>
            <a:spLocks xmlns:a="http://schemas.openxmlformats.org/drawingml/2006/main" noGrp="1"/>
          </p:cNvSpPr>
          <p:nvPr/>
        </p:nvSpPr>
        <p:spPr>
          <a:xfrm xmlns:a="http://schemas.openxmlformats.org/drawingml/2006/main">
            <a:off x="8051800" y="2667000"/>
            <a:ext cx="16129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148">
            <a:extLst xmlns:a="http://schemas.openxmlformats.org/drawingml/2006/main">
              <a:ext uri="{FF2B5EF4-FFF2-40B4-BE49-F238E27FC236}">
                <a16:creationId xmlns:a16="http://schemas.microsoft.com/office/drawing/2014/main" id="{A5C86AA5-3487-4D71-8326-0D1256441D6C}"/>
              </a:ext>
            </a:extLst>
          </p:cNvPr>
          <p:cNvSpPr>
            <a:spLocks xmlns:a="http://schemas.openxmlformats.org/drawingml/2006/main" noGrp="1"/>
          </p:cNvSpPr>
          <p:nvPr/>
        </p:nvSpPr>
        <p:spPr>
          <a:xfrm xmlns:a="http://schemas.openxmlformats.org/drawingml/2006/main">
            <a:off x="81851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149">
            <a:extLst xmlns:a="http://schemas.openxmlformats.org/drawingml/2006/main">
              <a:ext uri="{FF2B5EF4-FFF2-40B4-BE49-F238E27FC236}">
                <a16:creationId xmlns:a16="http://schemas.microsoft.com/office/drawing/2014/main" id="{EAF6F862-2E6E-4CED-965E-E84A03FFCFA7}"/>
              </a:ext>
            </a:extLst>
          </p:cNvPr>
          <p:cNvSpPr>
            <a:spLocks xmlns:a="http://schemas.openxmlformats.org/drawingml/2006/main" noGrp="1"/>
          </p:cNvSpPr>
          <p:nvPr/>
        </p:nvSpPr>
        <p:spPr>
          <a:xfrm xmlns:a="http://schemas.openxmlformats.org/drawingml/2006/main">
            <a:off x="81851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Objeto</a:t>
            </a:r>
          </a:p>
        </p:txBody>
      </p:sp>
      <p:sp>
        <p:nvSpPr>
          <p:cNvPr id="20" name="p79-150">
            <a:extLst xmlns:a="http://schemas.openxmlformats.org/drawingml/2006/main">
              <a:ext uri="{FF2B5EF4-FFF2-40B4-BE49-F238E27FC236}">
                <a16:creationId xmlns:a16="http://schemas.microsoft.com/office/drawing/2014/main" id="{9A998588-F235-4075-B391-4E9F85C8BD95}"/>
              </a:ext>
            </a:extLst>
          </p:cNvPr>
          <p:cNvSpPr>
            <a:spLocks xmlns:a="http://schemas.openxmlformats.org/drawingml/2006/main" noGrp="1"/>
          </p:cNvSpPr>
          <p:nvPr/>
        </p:nvSpPr>
        <p:spPr>
          <a:xfrm xmlns:a="http://schemas.openxmlformats.org/drawingml/2006/main">
            <a:off x="9893300" y="2667000"/>
            <a:ext cx="16129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21" name="p79-151">
            <a:extLst xmlns:a="http://schemas.openxmlformats.org/drawingml/2006/main">
              <a:ext uri="{FF2B5EF4-FFF2-40B4-BE49-F238E27FC236}">
                <a16:creationId xmlns:a16="http://schemas.microsoft.com/office/drawing/2014/main" id="{3FD70D44-871E-4CC7-87FE-A2F701FBEF1A}"/>
              </a:ext>
            </a:extLst>
          </p:cNvPr>
          <p:cNvSpPr>
            <a:spLocks xmlns:a="http://schemas.openxmlformats.org/drawingml/2006/main" noGrp="1"/>
          </p:cNvSpPr>
          <p:nvPr/>
        </p:nvSpPr>
        <p:spPr>
          <a:xfrm xmlns:a="http://schemas.openxmlformats.org/drawingml/2006/main">
            <a:off x="10026650" y="2857500"/>
            <a:ext cx="134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06</a:t>
            </a:r>
          </a:p>
        </p:txBody>
      </p:sp>
      <p:sp>
        <p:nvSpPr>
          <p:cNvPr id="22" name="p79-152">
            <a:extLst xmlns:a="http://schemas.openxmlformats.org/drawingml/2006/main">
              <a:ext uri="{FF2B5EF4-FFF2-40B4-BE49-F238E27FC236}">
                <a16:creationId xmlns:a16="http://schemas.microsoft.com/office/drawing/2014/main" id="{B0CC4536-CAA7-4AF5-BF46-34C7774CC261}"/>
              </a:ext>
            </a:extLst>
          </p:cNvPr>
          <p:cNvSpPr>
            <a:spLocks xmlns:a="http://schemas.openxmlformats.org/drawingml/2006/main" noGrp="1"/>
          </p:cNvSpPr>
          <p:nvPr/>
        </p:nvSpPr>
        <p:spPr>
          <a:xfrm xmlns:a="http://schemas.openxmlformats.org/drawingml/2006/main">
            <a:off x="10026650" y="3276600"/>
            <a:ext cx="134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02B43"/>
                </a:solidFill>
                <a:latin typeface="Arial"/>
                <a:ea typeface="Arial"/>
                <a:cs typeface="Arial"/>
              </a:defRPr>
            </a:defPPr>
          </a:lstStyle>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Linker</a:t>
            </a:r>
          </a:p>
          <a:p xmlns:a="http://schemas.openxmlformats.org/drawingml/2006/main">
            <a:pPr>
              <a:defRPr sz="1725" b="1">
                <a:solidFill>
                  <a:srgbClr val="102B43"/>
                </a:solidFill>
                <a:latin typeface="Arial"/>
                <a:ea typeface="Arial"/>
                <a:cs typeface="Arial"/>
              </a:defRPr>
            </a:pPr>
            <a:r>
              <a:rPr sz="1725" b="1">
                <a:solidFill>
                  <a:srgbClr val="102B43"/>
                </a:solidFill>
                <a:latin typeface="Arial"/>
                <a:ea typeface="Arial"/>
                <a:cs typeface="Arial"/>
              </a:rPr>
              <a:t>Executável</a:t>
            </a:r>
          </a:p>
        </p:txBody>
      </p:sp>
      <p:sp>
        <p:nvSpPr>
          <p:cNvPr id="28" name="p79-153">
            <a:extLst xmlns:a="http://schemas.openxmlformats.org/drawingml/2006/main">
              <a:ext uri="{FF2B5EF4-FFF2-40B4-BE49-F238E27FC236}">
                <a16:creationId xmlns:a16="http://schemas.microsoft.com/office/drawing/2014/main" id="{254ADD9E-D76C-400F-9CF8-40B71566586A}"/>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Fluxo tradicional do GCC. Clang também compila C usando LLVM.</a:t>
            </a:r>
          </a:p>
        </p:txBody>
      </p:sp>
      <p:sp>
        <p:nvSpPr>
          <p:cNvPr id="29" name="p79-154">
            <a:extLst xmlns:a="http://schemas.openxmlformats.org/drawingml/2006/main">
              <a:ext uri="{FF2B5EF4-FFF2-40B4-BE49-F238E27FC236}">
                <a16:creationId xmlns:a16="http://schemas.microsoft.com/office/drawing/2014/main" id="{24C8D227-5711-46C1-987C-9772A73CB9CB}"/>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30" name="p79-155">
            <a:extLst xmlns:a="http://schemas.openxmlformats.org/drawingml/2006/main">
              <a:ext uri="{FF2B5EF4-FFF2-40B4-BE49-F238E27FC236}">
                <a16:creationId xmlns:a16="http://schemas.microsoft.com/office/drawing/2014/main" id="{299CA47D-05B3-4BC5-9FCC-C593C5505B63}"/>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31" name="p79-156">
            <a:extLst xmlns:a="http://schemas.openxmlformats.org/drawingml/2006/main">
              <a:ext uri="{FF2B5EF4-FFF2-40B4-BE49-F238E27FC236}">
                <a16:creationId xmlns:a16="http://schemas.microsoft.com/office/drawing/2014/main" id="{E958C87F-3116-4638-AB17-79DBC90A7372}"/>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08</a:t>
            </a:r>
          </a:p>
        </p:txBody>
      </p:sp>
    </p:spTree>
    <p:extLst>
      <p:ext uri="{BB962C8B-B14F-4D97-AF65-F5344CB8AC3E}">
        <p14:creationId xmlns:p14="http://schemas.microsoft.com/office/powerpoint/2010/main" val="1570008159"/>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p79-157">
            <a:extLst xmlns:a="http://schemas.openxmlformats.org/drawingml/2006/main">
              <a:ext uri="{FF2B5EF4-FFF2-40B4-BE49-F238E27FC236}">
                <a16:creationId xmlns:a16="http://schemas.microsoft.com/office/drawing/2014/main" id="{5EB14595-8B64-4277-B2E4-6283128C9CA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158">
            <a:extLst xmlns:a="http://schemas.openxmlformats.org/drawingml/2006/main">
              <a:ext uri="{FF2B5EF4-FFF2-40B4-BE49-F238E27FC236}">
                <a16:creationId xmlns:a16="http://schemas.microsoft.com/office/drawing/2014/main" id="{EED8EED2-6E50-4AB5-B833-5D68B7FC7E5A}"/>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159">
            <a:extLst xmlns:a="http://schemas.openxmlformats.org/drawingml/2006/main">
              <a:ext uri="{FF2B5EF4-FFF2-40B4-BE49-F238E27FC236}">
                <a16:creationId xmlns:a16="http://schemas.microsoft.com/office/drawing/2014/main" id="{E35715A5-FC14-4F31-8E89-CB7C550D4443}"/>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160">
            <a:extLst xmlns:a="http://schemas.openxmlformats.org/drawingml/2006/main">
              <a:ext uri="{FF2B5EF4-FFF2-40B4-BE49-F238E27FC236}">
                <a16:creationId xmlns:a16="http://schemas.microsoft.com/office/drawing/2014/main" id="{B29F282F-E3DF-446C-B243-0846AB64744C}"/>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Os comandos expõem etapas do GCC</a:t>
            </a:r>
          </a:p>
        </p:txBody>
      </p:sp>
      <p:sp>
        <p:nvSpPr>
          <p:cNvPr id="5" name="p79-161">
            <a:extLst xmlns:a="http://schemas.openxmlformats.org/drawingml/2006/main">
              <a:ext uri="{FF2B5EF4-FFF2-40B4-BE49-F238E27FC236}">
                <a16:creationId xmlns:a16="http://schemas.microsoft.com/office/drawing/2014/main" id="{A2770615-54BE-4CAD-9916-D11611825E92}"/>
              </a:ext>
            </a:extLst>
          </p:cNvPr>
          <p:cNvSpPr>
            <a:spLocks xmlns:a="http://schemas.openxmlformats.org/drawingml/2006/main" noGrp="1"/>
          </p:cNvSpPr>
          <p:nvPr/>
        </p:nvSpPr>
        <p:spPr>
          <a:xfrm xmlns:a="http://schemas.openxmlformats.org/drawingml/2006/main">
            <a:off x="685800" y="2514600"/>
            <a:ext cx="6191250" cy="32385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6" name="p79-162">
            <a:extLst xmlns:a="http://schemas.openxmlformats.org/drawingml/2006/main">
              <a:ext uri="{FF2B5EF4-FFF2-40B4-BE49-F238E27FC236}">
                <a16:creationId xmlns:a16="http://schemas.microsoft.com/office/drawing/2014/main" id="{8F585F70-ABCC-4972-A5D8-5758E172328A}"/>
              </a:ext>
            </a:extLst>
          </p:cNvPr>
          <p:cNvSpPr>
            <a:spLocks xmlns:a="http://schemas.openxmlformats.org/drawingml/2006/main" noGrp="1"/>
          </p:cNvSpPr>
          <p:nvPr/>
        </p:nvSpPr>
        <p:spPr>
          <a:xfrm xmlns:a="http://schemas.openxmlformats.org/drawingml/2006/main">
            <a:off x="895350" y="2771775"/>
            <a:ext cx="57531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9F2F8"/>
                </a:solidFill>
                <a:latin typeface="Consolas"/>
                <a:ea typeface="Consolas"/>
                <a:cs typeface="Consolas"/>
              </a:defRPr>
            </a:defPPr>
          </a:lstStyle>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gcc -E exemplo.c -o exemplo.i</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gcc -S exemplo.c -o exemplo.s</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gcc -c exemplo.c -o exemplo.o</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gcc exemplo.o -o exemplo</a:t>
            </a:r>
          </a:p>
        </p:txBody>
      </p:sp>
      <p:sp>
        <p:nvSpPr>
          <p:cNvPr id="7" name="p79-163">
            <a:extLst xmlns:a="http://schemas.openxmlformats.org/drawingml/2006/main">
              <a:ext uri="{FF2B5EF4-FFF2-40B4-BE49-F238E27FC236}">
                <a16:creationId xmlns:a16="http://schemas.microsoft.com/office/drawing/2014/main" id="{C317FDC7-2064-4563-9E5A-0C64B1833368}"/>
              </a:ext>
            </a:extLst>
          </p:cNvPr>
          <p:cNvSpPr>
            <a:spLocks xmlns:a="http://schemas.openxmlformats.org/drawingml/2006/main" noGrp="1"/>
          </p:cNvSpPr>
          <p:nvPr/>
        </p:nvSpPr>
        <p:spPr>
          <a:xfrm xmlns:a="http://schemas.openxmlformats.org/drawingml/2006/main">
            <a:off x="7219950" y="25717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-E termina no pré-processamento</a:t>
            </a:r>
          </a:p>
        </p:txBody>
      </p:sp>
      <p:sp>
        <p:nvSpPr>
          <p:cNvPr id="8" name="p79-164">
            <a:extLst xmlns:a="http://schemas.openxmlformats.org/drawingml/2006/main">
              <a:ext uri="{FF2B5EF4-FFF2-40B4-BE49-F238E27FC236}">
                <a16:creationId xmlns:a16="http://schemas.microsoft.com/office/drawing/2014/main" id="{572EFBA6-080B-4A6F-84A1-6B401B80ABA6}"/>
              </a:ext>
            </a:extLst>
          </p:cNvPr>
          <p:cNvSpPr>
            <a:spLocks xmlns:a="http://schemas.openxmlformats.org/drawingml/2006/main" noGrp="1"/>
          </p:cNvSpPr>
          <p:nvPr/>
        </p:nvSpPr>
        <p:spPr>
          <a:xfrm xmlns:a="http://schemas.openxmlformats.org/drawingml/2006/main">
            <a:off x="7219950" y="336232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-S gera assembly</a:t>
            </a:r>
          </a:p>
        </p:txBody>
      </p:sp>
      <p:sp>
        <p:nvSpPr>
          <p:cNvPr id="9" name="p79-165">
            <a:extLst xmlns:a="http://schemas.openxmlformats.org/drawingml/2006/main">
              <a:ext uri="{FF2B5EF4-FFF2-40B4-BE49-F238E27FC236}">
                <a16:creationId xmlns:a16="http://schemas.microsoft.com/office/drawing/2014/main" id="{1B72841D-25C4-40C7-83F5-50E03A5B54A0}"/>
              </a:ext>
            </a:extLst>
          </p:cNvPr>
          <p:cNvSpPr>
            <a:spLocks xmlns:a="http://schemas.openxmlformats.org/drawingml/2006/main" noGrp="1"/>
          </p:cNvSpPr>
          <p:nvPr/>
        </p:nvSpPr>
        <p:spPr>
          <a:xfrm xmlns:a="http://schemas.openxmlformats.org/drawingml/2006/main">
            <a:off x="7219950" y="41529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 gera objeto sem linkar</a:t>
            </a:r>
          </a:p>
        </p:txBody>
      </p:sp>
      <p:sp>
        <p:nvSpPr>
          <p:cNvPr id="10" name="p79-166">
            <a:extLst xmlns:a="http://schemas.openxmlformats.org/drawingml/2006/main">
              <a:ext uri="{FF2B5EF4-FFF2-40B4-BE49-F238E27FC236}">
                <a16:creationId xmlns:a16="http://schemas.microsoft.com/office/drawing/2014/main" id="{CED21555-B00D-4EEA-A69A-BB0EC93E5986}"/>
              </a:ext>
            </a:extLst>
          </p:cNvPr>
          <p:cNvSpPr>
            <a:spLocks xmlns:a="http://schemas.openxmlformats.org/drawingml/2006/main" noGrp="1"/>
          </p:cNvSpPr>
          <p:nvPr/>
        </p:nvSpPr>
        <p:spPr>
          <a:xfrm xmlns:a="http://schemas.openxmlformats.org/drawingml/2006/main">
            <a:off x="7219950" y="494347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-o define o arquivo de saída</a:t>
            </a:r>
          </a:p>
        </p:txBody>
      </p:sp>
      <p:sp>
        <p:nvSpPr>
          <p:cNvPr id="11" name="p79-167">
            <a:extLst xmlns:a="http://schemas.openxmlformats.org/drawingml/2006/main">
              <a:ext uri="{FF2B5EF4-FFF2-40B4-BE49-F238E27FC236}">
                <a16:creationId xmlns:a16="http://schemas.microsoft.com/office/drawing/2014/main" id="{E3916D2E-425E-450E-910B-C1C0215B0B30}"/>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2" name="p79-168">
            <a:extLst xmlns:a="http://schemas.openxmlformats.org/drawingml/2006/main">
              <a:ext uri="{FF2B5EF4-FFF2-40B4-BE49-F238E27FC236}">
                <a16:creationId xmlns:a16="http://schemas.microsoft.com/office/drawing/2014/main" id="{48411778-58BA-46EE-A946-2E93CCBFC927}"/>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3" name="p79-169">
            <a:extLst xmlns:a="http://schemas.openxmlformats.org/drawingml/2006/main">
              <a:ext uri="{FF2B5EF4-FFF2-40B4-BE49-F238E27FC236}">
                <a16:creationId xmlns:a16="http://schemas.microsoft.com/office/drawing/2014/main" id="{E2D08195-E60C-4FF3-ACC4-1EED739D48D6}"/>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09</a:t>
            </a:r>
          </a:p>
        </p:txBody>
      </p:sp>
    </p:spTree>
    <p:extLst>
      <p:ext uri="{BB962C8B-B14F-4D97-AF65-F5344CB8AC3E}">
        <p14:creationId xmlns:p14="http://schemas.microsoft.com/office/powerpoint/2010/main" val="1039137552"/>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9" name="p79-170">
            <a:extLst xmlns:a="http://schemas.openxmlformats.org/drawingml/2006/main">
              <a:ext uri="{FF2B5EF4-FFF2-40B4-BE49-F238E27FC236}">
                <a16:creationId xmlns:a16="http://schemas.microsoft.com/office/drawing/2014/main" id="{0049F8B6-674E-4416-B356-70FE446FA1E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171">
            <a:extLst xmlns:a="http://schemas.openxmlformats.org/drawingml/2006/main">
              <a:ext uri="{FF2B5EF4-FFF2-40B4-BE49-F238E27FC236}">
                <a16:creationId xmlns:a16="http://schemas.microsoft.com/office/drawing/2014/main" id="{79EBCF78-63C8-407A-8602-08EB5DF94584}"/>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172">
            <a:extLst xmlns:a="http://schemas.openxmlformats.org/drawingml/2006/main">
              <a:ext uri="{FF2B5EF4-FFF2-40B4-BE49-F238E27FC236}">
                <a16:creationId xmlns:a16="http://schemas.microsoft.com/office/drawing/2014/main" id="{29C93B25-7096-4928-A738-39E0178448C7}"/>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173">
            <a:extLst xmlns:a="http://schemas.openxmlformats.org/drawingml/2006/main">
              <a:ext uri="{FF2B5EF4-FFF2-40B4-BE49-F238E27FC236}">
                <a16:creationId xmlns:a16="http://schemas.microsoft.com/office/drawing/2014/main" id="{4C4B32C2-6C8A-4D5B-A91B-2EAF995CA060}"/>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Memória: controle explícito e propriedade</a:t>
            </a:r>
          </a:p>
        </p:txBody>
      </p:sp>
      <p:sp>
        <p:nvSpPr>
          <p:cNvPr id="5" name="p79-174">
            <a:extLst xmlns:a="http://schemas.openxmlformats.org/drawingml/2006/main">
              <a:ext uri="{FF2B5EF4-FFF2-40B4-BE49-F238E27FC236}">
                <a16:creationId xmlns:a16="http://schemas.microsoft.com/office/drawing/2014/main" id="{91276391-739B-493E-A98B-F9D2700EB493}"/>
              </a:ext>
            </a:extLst>
          </p:cNvPr>
          <p:cNvSpPr>
            <a:spLocks xmlns:a="http://schemas.openxmlformats.org/drawingml/2006/main" noGrp="1"/>
          </p:cNvSpPr>
          <p:nvPr/>
        </p:nvSpPr>
        <p:spPr>
          <a:xfrm xmlns:a="http://schemas.openxmlformats.org/drawingml/2006/main">
            <a:off x="685800" y="2514600"/>
            <a:ext cx="5219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B84F29"/>
                </a:solidFill>
                <a:latin typeface="Arial"/>
                <a:ea typeface="Arial"/>
                <a:cs typeface="Arial"/>
              </a:defRPr>
            </a:defPPr>
          </a:lstStyle>
          <a:p xmlns:a="http://schemas.openxmlformats.org/drawingml/2006/main">
            <a:pPr>
              <a:defRPr sz="2175" b="1">
                <a:solidFill>
                  <a:srgbClr val="B84F29"/>
                </a:solidFill>
                <a:latin typeface="Arial"/>
                <a:ea typeface="Arial"/>
                <a:cs typeface="Arial"/>
              </a:defRPr>
            </a:pPr>
            <a:r>
              <a:rPr sz="2175" b="1">
                <a:solidFill>
                  <a:srgbClr val="B84F29"/>
                </a:solidFill>
                <a:latin typeface="Arial"/>
                <a:ea typeface="Arial"/>
                <a:cs typeface="Arial"/>
              </a:rPr>
              <a:t>C</a:t>
            </a:r>
          </a:p>
        </p:txBody>
      </p:sp>
      <p:sp>
        <p:nvSpPr>
          <p:cNvPr id="6" name="p79-175">
            <a:extLst xmlns:a="http://schemas.openxmlformats.org/drawingml/2006/main">
              <a:ext uri="{FF2B5EF4-FFF2-40B4-BE49-F238E27FC236}">
                <a16:creationId xmlns:a16="http://schemas.microsoft.com/office/drawing/2014/main" id="{93A93AD6-0151-4373-93F6-F4186976EC32}"/>
              </a:ext>
            </a:extLst>
          </p:cNvPr>
          <p:cNvSpPr>
            <a:spLocks xmlns:a="http://schemas.openxmlformats.org/drawingml/2006/main" noGrp="1"/>
          </p:cNvSpPr>
          <p:nvPr/>
        </p:nvSpPr>
        <p:spPr>
          <a:xfrm xmlns:a="http://schemas.openxmlformats.org/drawingml/2006/main">
            <a:off x="685800" y="30956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malloc reserva memória dinâmica</a:t>
            </a:r>
          </a:p>
        </p:txBody>
      </p:sp>
      <p:sp>
        <p:nvSpPr>
          <p:cNvPr id="7" name="p79-176">
            <a:extLst xmlns:a="http://schemas.openxmlformats.org/drawingml/2006/main">
              <a:ext uri="{FF2B5EF4-FFF2-40B4-BE49-F238E27FC236}">
                <a16:creationId xmlns:a16="http://schemas.microsoft.com/office/drawing/2014/main" id="{9D116F89-5412-4E7E-92E2-93B18A7612B0}"/>
              </a:ext>
            </a:extLst>
          </p:cNvPr>
          <p:cNvSpPr>
            <a:spLocks xmlns:a="http://schemas.openxmlformats.org/drawingml/2006/main" noGrp="1"/>
          </p:cNvSpPr>
          <p:nvPr/>
        </p:nvSpPr>
        <p:spPr>
          <a:xfrm xmlns:a="http://schemas.openxmlformats.org/drawingml/2006/main">
            <a:off x="685800" y="365760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free libera a região reservada</a:t>
            </a:r>
          </a:p>
        </p:txBody>
      </p:sp>
      <p:sp>
        <p:nvSpPr>
          <p:cNvPr id="8" name="p79-177">
            <a:extLst xmlns:a="http://schemas.openxmlformats.org/drawingml/2006/main">
              <a:ext uri="{FF2B5EF4-FFF2-40B4-BE49-F238E27FC236}">
                <a16:creationId xmlns:a16="http://schemas.microsoft.com/office/drawing/2014/main" id="{607CB05E-8359-4090-850C-A9C57D727D82}"/>
              </a:ext>
            </a:extLst>
          </p:cNvPr>
          <p:cNvSpPr>
            <a:spLocks xmlns:a="http://schemas.openxmlformats.org/drawingml/2006/main" noGrp="1"/>
          </p:cNvSpPr>
          <p:nvPr/>
        </p:nvSpPr>
        <p:spPr>
          <a:xfrm xmlns:a="http://schemas.openxmlformats.org/drawingml/2006/main">
            <a:off x="685800" y="421957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Quem programa controla a duração</a:t>
            </a:r>
          </a:p>
        </p:txBody>
      </p:sp>
      <p:sp>
        <p:nvSpPr>
          <p:cNvPr id="9" name="p79-178">
            <a:extLst xmlns:a="http://schemas.openxmlformats.org/drawingml/2006/main">
              <a:ext uri="{FF2B5EF4-FFF2-40B4-BE49-F238E27FC236}">
                <a16:creationId xmlns:a16="http://schemas.microsoft.com/office/drawing/2014/main" id="{96FD10D3-62FA-4DC7-AAFB-06657C6642F5}"/>
              </a:ext>
            </a:extLst>
          </p:cNvPr>
          <p:cNvSpPr>
            <a:spLocks xmlns:a="http://schemas.openxmlformats.org/drawingml/2006/main" noGrp="1"/>
          </p:cNvSpPr>
          <p:nvPr/>
        </p:nvSpPr>
        <p:spPr>
          <a:xfrm xmlns:a="http://schemas.openxmlformats.org/drawingml/2006/main">
            <a:off x="685800" y="478155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Ponteiros exigem contratos de uso</a:t>
            </a:r>
          </a:p>
        </p:txBody>
      </p:sp>
      <p:sp>
        <p:nvSpPr>
          <p:cNvPr id="10" name="p79-179">
            <a:extLst xmlns:a="http://schemas.openxmlformats.org/drawingml/2006/main">
              <a:ext uri="{FF2B5EF4-FFF2-40B4-BE49-F238E27FC236}">
                <a16:creationId xmlns:a16="http://schemas.microsoft.com/office/drawing/2014/main" id="{E0ED9372-B004-4A97-BA52-78F593666C80}"/>
              </a:ext>
            </a:extLst>
          </p:cNvPr>
          <p:cNvSpPr>
            <a:spLocks xmlns:a="http://schemas.openxmlformats.org/drawingml/2006/main" noGrp="1"/>
          </p:cNvSpPr>
          <p:nvPr/>
        </p:nvSpPr>
        <p:spPr>
          <a:xfrm xmlns:a="http://schemas.openxmlformats.org/drawingml/2006/main">
            <a:off x="6286500" y="2514600"/>
            <a:ext cx="5219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226A9D"/>
                </a:solidFill>
                <a:latin typeface="Arial"/>
                <a:ea typeface="Arial"/>
                <a:cs typeface="Arial"/>
              </a:defRPr>
            </a:defPPr>
          </a:lstStyle>
          <a:p xmlns:a="http://schemas.openxmlformats.org/drawingml/2006/main">
            <a:pPr>
              <a:defRPr sz="2175" b="1">
                <a:solidFill>
                  <a:srgbClr val="226A9D"/>
                </a:solidFill>
                <a:latin typeface="Arial"/>
                <a:ea typeface="Arial"/>
                <a:cs typeface="Arial"/>
              </a:defRPr>
            </a:pPr>
            <a:r>
              <a:rPr sz="2175" b="1">
                <a:solidFill>
                  <a:srgbClr val="226A9D"/>
                </a:solidFill>
                <a:latin typeface="Arial"/>
                <a:ea typeface="Arial"/>
                <a:cs typeface="Arial"/>
              </a:rPr>
              <a:t>Rust seguro</a:t>
            </a:r>
          </a:p>
        </p:txBody>
      </p:sp>
      <p:sp>
        <p:nvSpPr>
          <p:cNvPr id="11" name="p79-180">
            <a:extLst xmlns:a="http://schemas.openxmlformats.org/drawingml/2006/main">
              <a:ext uri="{FF2B5EF4-FFF2-40B4-BE49-F238E27FC236}">
                <a16:creationId xmlns:a16="http://schemas.microsoft.com/office/drawing/2014/main" id="{9294B441-10AD-4B60-A8B1-C52A0CFD4EC4}"/>
              </a:ext>
            </a:extLst>
          </p:cNvPr>
          <p:cNvSpPr>
            <a:spLocks xmlns:a="http://schemas.openxmlformats.org/drawingml/2006/main" noGrp="1"/>
          </p:cNvSpPr>
          <p:nvPr/>
        </p:nvSpPr>
        <p:spPr>
          <a:xfrm xmlns:a="http://schemas.openxmlformats.org/drawingml/2006/main">
            <a:off x="6286500" y="30956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Um proprietário controla a duração</a:t>
            </a:r>
          </a:p>
        </p:txBody>
      </p:sp>
      <p:sp>
        <p:nvSpPr>
          <p:cNvPr id="12" name="p79-181">
            <a:extLst xmlns:a="http://schemas.openxmlformats.org/drawingml/2006/main">
              <a:ext uri="{FF2B5EF4-FFF2-40B4-BE49-F238E27FC236}">
                <a16:creationId xmlns:a16="http://schemas.microsoft.com/office/drawing/2014/main" id="{D847E87C-9F71-4600-931D-A9E6813723EE}"/>
              </a:ext>
            </a:extLst>
          </p:cNvPr>
          <p:cNvSpPr>
            <a:spLocks xmlns:a="http://schemas.openxmlformats.org/drawingml/2006/main" noGrp="1"/>
          </p:cNvSpPr>
          <p:nvPr/>
        </p:nvSpPr>
        <p:spPr>
          <a:xfrm xmlns:a="http://schemas.openxmlformats.org/drawingml/2006/main">
            <a:off x="6286500" y="365760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Referências emprestam acesso</a:t>
            </a:r>
          </a:p>
        </p:txBody>
      </p:sp>
      <p:sp>
        <p:nvSpPr>
          <p:cNvPr id="13" name="p79-182">
            <a:extLst xmlns:a="http://schemas.openxmlformats.org/drawingml/2006/main">
              <a:ext uri="{FF2B5EF4-FFF2-40B4-BE49-F238E27FC236}">
                <a16:creationId xmlns:a16="http://schemas.microsoft.com/office/drawing/2014/main" id="{1E7D48F0-B84B-494C-83D8-5D342F1A5976}"/>
              </a:ext>
            </a:extLst>
          </p:cNvPr>
          <p:cNvSpPr>
            <a:spLocks xmlns:a="http://schemas.openxmlformats.org/drawingml/2006/main" noGrp="1"/>
          </p:cNvSpPr>
          <p:nvPr/>
        </p:nvSpPr>
        <p:spPr>
          <a:xfrm xmlns:a="http://schemas.openxmlformats.org/drawingml/2006/main">
            <a:off x="6286500" y="421957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O compilador verifica as regras</a:t>
            </a:r>
          </a:p>
        </p:txBody>
      </p:sp>
      <p:sp>
        <p:nvSpPr>
          <p:cNvPr id="14" name="p79-183">
            <a:extLst xmlns:a="http://schemas.openxmlformats.org/drawingml/2006/main">
              <a:ext uri="{FF2B5EF4-FFF2-40B4-BE49-F238E27FC236}">
                <a16:creationId xmlns:a16="http://schemas.microsoft.com/office/drawing/2014/main" id="{C6E3A4E6-80C3-43FB-A7F8-2B40EA9FD237}"/>
              </a:ext>
            </a:extLst>
          </p:cNvPr>
          <p:cNvSpPr>
            <a:spLocks xmlns:a="http://schemas.openxmlformats.org/drawingml/2006/main" noGrp="1"/>
          </p:cNvSpPr>
          <p:nvPr/>
        </p:nvSpPr>
        <p:spPr>
          <a:xfrm xmlns:a="http://schemas.openxmlformats.org/drawingml/2006/main">
            <a:off x="6286500" y="478155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Valores como String liberam recursos ao sair de escopo</a:t>
            </a:r>
          </a:p>
        </p:txBody>
      </p:sp>
      <p:sp>
        <p:nvSpPr>
          <p:cNvPr id="15" name="p79-184">
            <a:extLst xmlns:a="http://schemas.openxmlformats.org/drawingml/2006/main">
              <a:ext uri="{FF2B5EF4-FFF2-40B4-BE49-F238E27FC236}">
                <a16:creationId xmlns:a16="http://schemas.microsoft.com/office/drawing/2014/main" id="{C6AB9A46-FA9E-46E8-AA09-438AA0C8AC8B}"/>
              </a:ext>
            </a:extLst>
          </p:cNvPr>
          <p:cNvSpPr>
            <a:spLocks xmlns:a="http://schemas.openxmlformats.org/drawingml/2006/main" noGrp="1"/>
          </p:cNvSpPr>
          <p:nvPr/>
        </p:nvSpPr>
        <p:spPr>
          <a:xfrm xmlns:a="http://schemas.openxmlformats.org/drawingml/2006/main">
            <a:off x="5924550" y="2524125"/>
            <a:ext cx="19050" cy="32861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6" name="p79-185">
            <a:extLst xmlns:a="http://schemas.openxmlformats.org/drawingml/2006/main">
              <a:ext uri="{FF2B5EF4-FFF2-40B4-BE49-F238E27FC236}">
                <a16:creationId xmlns:a16="http://schemas.microsoft.com/office/drawing/2014/main" id="{80398AFE-6E9F-404E-8744-EF868B4676CE}"/>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7" name="p79-186">
            <a:extLst xmlns:a="http://schemas.openxmlformats.org/drawingml/2006/main">
              <a:ext uri="{FF2B5EF4-FFF2-40B4-BE49-F238E27FC236}">
                <a16:creationId xmlns:a16="http://schemas.microsoft.com/office/drawing/2014/main" id="{1D5509A1-8121-43C2-A8E1-3FFE78C46F36}"/>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8" name="p79-187">
            <a:extLst xmlns:a="http://schemas.openxmlformats.org/drawingml/2006/main">
              <a:ext uri="{FF2B5EF4-FFF2-40B4-BE49-F238E27FC236}">
                <a16:creationId xmlns:a16="http://schemas.microsoft.com/office/drawing/2014/main" id="{B4A9BC1D-C91D-4B48-8663-7F988A239E4E}"/>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10</a:t>
            </a:r>
          </a:p>
        </p:txBody>
      </p:sp>
    </p:spTree>
    <p:extLst>
      <p:ext uri="{BB962C8B-B14F-4D97-AF65-F5344CB8AC3E}">
        <p14:creationId xmlns:p14="http://schemas.microsoft.com/office/powerpoint/2010/main" val="1323177308"/>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9" name="p79-188">
            <a:extLst xmlns:a="http://schemas.openxmlformats.org/drawingml/2006/main">
              <a:ext uri="{FF2B5EF4-FFF2-40B4-BE49-F238E27FC236}">
                <a16:creationId xmlns:a16="http://schemas.microsoft.com/office/drawing/2014/main" id="{9881C38E-36D7-4A54-9671-90EF7B53B9C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189">
            <a:extLst xmlns:a="http://schemas.openxmlformats.org/drawingml/2006/main">
              <a:ext uri="{FF2B5EF4-FFF2-40B4-BE49-F238E27FC236}">
                <a16:creationId xmlns:a16="http://schemas.microsoft.com/office/drawing/2014/main" id="{0A645928-E765-4EAF-AC0A-74DD97778518}"/>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190">
            <a:extLst xmlns:a="http://schemas.openxmlformats.org/drawingml/2006/main">
              <a:ext uri="{FF2B5EF4-FFF2-40B4-BE49-F238E27FC236}">
                <a16:creationId xmlns:a16="http://schemas.microsoft.com/office/drawing/2014/main" id="{55B0E810-700C-4617-9E3F-C4BE4FC909AE}"/>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191">
            <a:extLst xmlns:a="http://schemas.openxmlformats.org/drawingml/2006/main">
              <a:ext uri="{FF2B5EF4-FFF2-40B4-BE49-F238E27FC236}">
                <a16:creationId xmlns:a16="http://schemas.microsoft.com/office/drawing/2014/main" id="{083DAFDB-5082-4606-81AF-AEEE80E8F7B3}"/>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Segurança de memória tem limites claros</a:t>
            </a:r>
          </a:p>
        </p:txBody>
      </p:sp>
      <p:sp>
        <p:nvSpPr>
          <p:cNvPr id="5" name="p79-192">
            <a:extLst xmlns:a="http://schemas.openxmlformats.org/drawingml/2006/main">
              <a:ext uri="{FF2B5EF4-FFF2-40B4-BE49-F238E27FC236}">
                <a16:creationId xmlns:a16="http://schemas.microsoft.com/office/drawing/2014/main" id="{F7F0D2B6-16FE-46EF-9307-EBF907F203D0}"/>
              </a:ext>
            </a:extLst>
          </p:cNvPr>
          <p:cNvSpPr>
            <a:spLocks xmlns:a="http://schemas.openxmlformats.org/drawingml/2006/main" noGrp="1"/>
          </p:cNvSpPr>
          <p:nvPr/>
        </p:nvSpPr>
        <p:spPr>
          <a:xfrm xmlns:a="http://schemas.openxmlformats.org/drawingml/2006/main">
            <a:off x="685800" y="2514600"/>
            <a:ext cx="5219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B84F29"/>
                </a:solidFill>
                <a:latin typeface="Arial"/>
                <a:ea typeface="Arial"/>
                <a:cs typeface="Arial"/>
              </a:defRPr>
            </a:defPPr>
          </a:lstStyle>
          <a:p xmlns:a="http://schemas.openxmlformats.org/drawingml/2006/main">
            <a:pPr>
              <a:defRPr sz="2175" b="1">
                <a:solidFill>
                  <a:srgbClr val="B84F29"/>
                </a:solidFill>
                <a:latin typeface="Arial"/>
                <a:ea typeface="Arial"/>
                <a:cs typeface="Arial"/>
              </a:defRPr>
            </a:pPr>
            <a:r>
              <a:rPr sz="2175" b="1">
                <a:solidFill>
                  <a:srgbClr val="B84F29"/>
                </a:solidFill>
                <a:latin typeface="Arial"/>
                <a:ea typeface="Arial"/>
                <a:cs typeface="Arial"/>
              </a:rPr>
              <a:t>Garantias do código seguro</a:t>
            </a:r>
          </a:p>
        </p:txBody>
      </p:sp>
      <p:sp>
        <p:nvSpPr>
          <p:cNvPr id="6" name="p79-193">
            <a:extLst xmlns:a="http://schemas.openxmlformats.org/drawingml/2006/main">
              <a:ext uri="{FF2B5EF4-FFF2-40B4-BE49-F238E27FC236}">
                <a16:creationId xmlns:a16="http://schemas.microsoft.com/office/drawing/2014/main" id="{BF948D66-F414-4287-9835-9BB2A4597D1B}"/>
              </a:ext>
            </a:extLst>
          </p:cNvPr>
          <p:cNvSpPr>
            <a:spLocks xmlns:a="http://schemas.openxmlformats.org/drawingml/2006/main" noGrp="1"/>
          </p:cNvSpPr>
          <p:nvPr/>
        </p:nvSpPr>
        <p:spPr>
          <a:xfrm xmlns:a="http://schemas.openxmlformats.org/drawingml/2006/main">
            <a:off x="685800" y="30956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Impede uso após liberação</a:t>
            </a:r>
          </a:p>
        </p:txBody>
      </p:sp>
      <p:sp>
        <p:nvSpPr>
          <p:cNvPr id="7" name="p79-194">
            <a:extLst xmlns:a="http://schemas.openxmlformats.org/drawingml/2006/main">
              <a:ext uri="{FF2B5EF4-FFF2-40B4-BE49-F238E27FC236}">
                <a16:creationId xmlns:a16="http://schemas.microsoft.com/office/drawing/2014/main" id="{3E5C2528-F348-4417-8CCA-DB71DEA88647}"/>
              </a:ext>
            </a:extLst>
          </p:cNvPr>
          <p:cNvSpPr>
            <a:spLocks xmlns:a="http://schemas.openxmlformats.org/drawingml/2006/main" noGrp="1"/>
          </p:cNvSpPr>
          <p:nvPr/>
        </p:nvSpPr>
        <p:spPr>
          <a:xfrm xmlns:a="http://schemas.openxmlformats.org/drawingml/2006/main">
            <a:off x="685800" y="365760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Restringe referências inválidas</a:t>
            </a:r>
          </a:p>
        </p:txBody>
      </p:sp>
      <p:sp>
        <p:nvSpPr>
          <p:cNvPr id="8" name="p79-195">
            <a:extLst xmlns:a="http://schemas.openxmlformats.org/drawingml/2006/main">
              <a:ext uri="{FF2B5EF4-FFF2-40B4-BE49-F238E27FC236}">
                <a16:creationId xmlns:a16="http://schemas.microsoft.com/office/drawing/2014/main" id="{10D16360-0788-4A24-B770-2D106EEEB405}"/>
              </a:ext>
            </a:extLst>
          </p:cNvPr>
          <p:cNvSpPr>
            <a:spLocks xmlns:a="http://schemas.openxmlformats.org/drawingml/2006/main" noGrp="1"/>
          </p:cNvSpPr>
          <p:nvPr/>
        </p:nvSpPr>
        <p:spPr>
          <a:xfrm xmlns:a="http://schemas.openxmlformats.org/drawingml/2006/main">
            <a:off x="685800" y="421957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Impede data races nas garantias da linguagem</a:t>
            </a:r>
          </a:p>
        </p:txBody>
      </p:sp>
      <p:sp>
        <p:nvSpPr>
          <p:cNvPr id="9" name="p79-196">
            <a:extLst xmlns:a="http://schemas.openxmlformats.org/drawingml/2006/main">
              <a:ext uri="{FF2B5EF4-FFF2-40B4-BE49-F238E27FC236}">
                <a16:creationId xmlns:a16="http://schemas.microsoft.com/office/drawing/2014/main" id="{AF61F9B9-B3AD-4A4C-85A8-E607326A7032}"/>
              </a:ext>
            </a:extLst>
          </p:cNvPr>
          <p:cNvSpPr>
            <a:spLocks xmlns:a="http://schemas.openxmlformats.org/drawingml/2006/main" noGrp="1"/>
          </p:cNvSpPr>
          <p:nvPr/>
        </p:nvSpPr>
        <p:spPr>
          <a:xfrm xmlns:a="http://schemas.openxmlformats.org/drawingml/2006/main">
            <a:off x="685800" y="478155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Acesso a vetores verifica limites</a:t>
            </a:r>
          </a:p>
        </p:txBody>
      </p:sp>
      <p:sp>
        <p:nvSpPr>
          <p:cNvPr id="10" name="p79-197">
            <a:extLst xmlns:a="http://schemas.openxmlformats.org/drawingml/2006/main">
              <a:ext uri="{FF2B5EF4-FFF2-40B4-BE49-F238E27FC236}">
                <a16:creationId xmlns:a16="http://schemas.microsoft.com/office/drawing/2014/main" id="{8A49D646-5258-461B-8ADF-5BD69D3BA000}"/>
              </a:ext>
            </a:extLst>
          </p:cNvPr>
          <p:cNvSpPr>
            <a:spLocks xmlns:a="http://schemas.openxmlformats.org/drawingml/2006/main" noGrp="1"/>
          </p:cNvSpPr>
          <p:nvPr/>
        </p:nvSpPr>
        <p:spPr>
          <a:xfrm xmlns:a="http://schemas.openxmlformats.org/drawingml/2006/main">
            <a:off x="6286500" y="2514600"/>
            <a:ext cx="5219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226A9D"/>
                </a:solidFill>
                <a:latin typeface="Arial"/>
                <a:ea typeface="Arial"/>
                <a:cs typeface="Arial"/>
              </a:defRPr>
            </a:defPPr>
          </a:lstStyle>
          <a:p xmlns:a="http://schemas.openxmlformats.org/drawingml/2006/main">
            <a:pPr>
              <a:defRPr sz="2175" b="1">
                <a:solidFill>
                  <a:srgbClr val="226A9D"/>
                </a:solidFill>
                <a:latin typeface="Arial"/>
                <a:ea typeface="Arial"/>
                <a:cs typeface="Arial"/>
              </a:defRPr>
            </a:pPr>
            <a:r>
              <a:rPr sz="2175" b="1">
                <a:solidFill>
                  <a:srgbClr val="226A9D"/>
                </a:solidFill>
                <a:latin typeface="Arial"/>
                <a:ea typeface="Arial"/>
                <a:cs typeface="Arial"/>
              </a:rPr>
              <a:t>Ainda precisamos tratar</a:t>
            </a:r>
          </a:p>
        </p:txBody>
      </p:sp>
      <p:sp>
        <p:nvSpPr>
          <p:cNvPr id="11" name="p79-198">
            <a:extLst xmlns:a="http://schemas.openxmlformats.org/drawingml/2006/main">
              <a:ext uri="{FF2B5EF4-FFF2-40B4-BE49-F238E27FC236}">
                <a16:creationId xmlns:a16="http://schemas.microsoft.com/office/drawing/2014/main" id="{8E2DD151-C317-4B6F-9BE8-5AB9D71C45F6}"/>
              </a:ext>
            </a:extLst>
          </p:cNvPr>
          <p:cNvSpPr>
            <a:spLocks xmlns:a="http://schemas.openxmlformats.org/drawingml/2006/main" noGrp="1"/>
          </p:cNvSpPr>
          <p:nvPr/>
        </p:nvSpPr>
        <p:spPr>
          <a:xfrm xmlns:a="http://schemas.openxmlformats.org/drawingml/2006/main">
            <a:off x="6286500" y="30956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Vazamentos de memória</a:t>
            </a:r>
          </a:p>
        </p:txBody>
      </p:sp>
      <p:sp>
        <p:nvSpPr>
          <p:cNvPr id="12" name="p79-199">
            <a:extLst xmlns:a="http://schemas.openxmlformats.org/drawingml/2006/main">
              <a:ext uri="{FF2B5EF4-FFF2-40B4-BE49-F238E27FC236}">
                <a16:creationId xmlns:a16="http://schemas.microsoft.com/office/drawing/2014/main" id="{379E9177-A5C6-49B2-B0CA-BD1BBCEDCE07}"/>
              </a:ext>
            </a:extLst>
          </p:cNvPr>
          <p:cNvSpPr>
            <a:spLocks xmlns:a="http://schemas.openxmlformats.org/drawingml/2006/main" noGrp="1"/>
          </p:cNvSpPr>
          <p:nvPr/>
        </p:nvSpPr>
        <p:spPr>
          <a:xfrm xmlns:a="http://schemas.openxmlformats.org/drawingml/2006/main">
            <a:off x="6286500" y="365760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Overflow numérico e panic</a:t>
            </a:r>
          </a:p>
        </p:txBody>
      </p:sp>
      <p:sp>
        <p:nvSpPr>
          <p:cNvPr id="13" name="p79-200">
            <a:extLst xmlns:a="http://schemas.openxmlformats.org/drawingml/2006/main">
              <a:ext uri="{FF2B5EF4-FFF2-40B4-BE49-F238E27FC236}">
                <a16:creationId xmlns:a16="http://schemas.microsoft.com/office/drawing/2014/main" id="{DC193BF6-9650-4D69-A541-40D94F58AC95}"/>
              </a:ext>
            </a:extLst>
          </p:cNvPr>
          <p:cNvSpPr>
            <a:spLocks xmlns:a="http://schemas.openxmlformats.org/drawingml/2006/main" noGrp="1"/>
          </p:cNvSpPr>
          <p:nvPr/>
        </p:nvSpPr>
        <p:spPr>
          <a:xfrm xmlns:a="http://schemas.openxmlformats.org/drawingml/2006/main">
            <a:off x="6286500" y="421957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Deadlocks e erros de lógica</a:t>
            </a:r>
          </a:p>
        </p:txBody>
      </p:sp>
      <p:sp>
        <p:nvSpPr>
          <p:cNvPr id="14" name="p79-201">
            <a:extLst xmlns:a="http://schemas.openxmlformats.org/drawingml/2006/main">
              <a:ext uri="{FF2B5EF4-FFF2-40B4-BE49-F238E27FC236}">
                <a16:creationId xmlns:a16="http://schemas.microsoft.com/office/drawing/2014/main" id="{826B0EF3-911B-4402-AF9A-5AC5F32B1AB3}"/>
              </a:ext>
            </a:extLst>
          </p:cNvPr>
          <p:cNvSpPr>
            <a:spLocks xmlns:a="http://schemas.openxmlformats.org/drawingml/2006/main" noGrp="1"/>
          </p:cNvSpPr>
          <p:nvPr/>
        </p:nvSpPr>
        <p:spPr>
          <a:xfrm xmlns:a="http://schemas.openxmlformats.org/drawingml/2006/main">
            <a:off x="6286500" y="478155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Falhas de protocolo ou configuração</a:t>
            </a:r>
          </a:p>
        </p:txBody>
      </p:sp>
      <p:sp>
        <p:nvSpPr>
          <p:cNvPr id="15" name="p79-202">
            <a:extLst xmlns:a="http://schemas.openxmlformats.org/drawingml/2006/main">
              <a:ext uri="{FF2B5EF4-FFF2-40B4-BE49-F238E27FC236}">
                <a16:creationId xmlns:a16="http://schemas.microsoft.com/office/drawing/2014/main" id="{B495F7E0-0B4A-43ED-8E1B-F053CBB96365}"/>
              </a:ext>
            </a:extLst>
          </p:cNvPr>
          <p:cNvSpPr>
            <a:spLocks xmlns:a="http://schemas.openxmlformats.org/drawingml/2006/main" noGrp="1"/>
          </p:cNvSpPr>
          <p:nvPr/>
        </p:nvSpPr>
        <p:spPr>
          <a:xfrm xmlns:a="http://schemas.openxmlformats.org/drawingml/2006/main">
            <a:off x="5924550" y="2524125"/>
            <a:ext cx="19050" cy="32861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6" name="p79-203">
            <a:extLst xmlns:a="http://schemas.openxmlformats.org/drawingml/2006/main">
              <a:ext uri="{FF2B5EF4-FFF2-40B4-BE49-F238E27FC236}">
                <a16:creationId xmlns:a16="http://schemas.microsoft.com/office/drawing/2014/main" id="{E228939D-5FDB-4088-981A-E251219A7DCA}"/>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7" name="p79-204">
            <a:extLst xmlns:a="http://schemas.openxmlformats.org/drawingml/2006/main">
              <a:ext uri="{FF2B5EF4-FFF2-40B4-BE49-F238E27FC236}">
                <a16:creationId xmlns:a16="http://schemas.microsoft.com/office/drawing/2014/main" id="{DB4530D8-7428-43CB-9AF1-31AF92B17F7D}"/>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8" name="p79-205">
            <a:extLst xmlns:a="http://schemas.openxmlformats.org/drawingml/2006/main">
              <a:ext uri="{FF2B5EF4-FFF2-40B4-BE49-F238E27FC236}">
                <a16:creationId xmlns:a16="http://schemas.microsoft.com/office/drawing/2014/main" id="{BD5425E9-78A0-4032-9E44-947609F12496}"/>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11</a:t>
            </a:r>
          </a:p>
        </p:txBody>
      </p:sp>
    </p:spTree>
    <p:extLst>
      <p:ext uri="{BB962C8B-B14F-4D97-AF65-F5344CB8AC3E}">
        <p14:creationId xmlns:p14="http://schemas.microsoft.com/office/powerpoint/2010/main" val="844893058"/>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1" name="p79-206">
            <a:extLst xmlns:a="http://schemas.openxmlformats.org/drawingml/2006/main">
              <a:ext uri="{FF2B5EF4-FFF2-40B4-BE49-F238E27FC236}">
                <a16:creationId xmlns:a16="http://schemas.microsoft.com/office/drawing/2014/main" id="{6ED5630C-4B26-44AC-B152-07138F41ED4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07">
            <a:extLst xmlns:a="http://schemas.openxmlformats.org/drawingml/2006/main">
              <a:ext uri="{FF2B5EF4-FFF2-40B4-BE49-F238E27FC236}">
                <a16:creationId xmlns:a16="http://schemas.microsoft.com/office/drawing/2014/main" id="{73B4458B-0795-4BA9-A2B2-A6D661B395E7}"/>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208">
            <a:extLst xmlns:a="http://schemas.openxmlformats.org/drawingml/2006/main">
              <a:ext uri="{FF2B5EF4-FFF2-40B4-BE49-F238E27FC236}">
                <a16:creationId xmlns:a16="http://schemas.microsoft.com/office/drawing/2014/main" id="{4B0E7043-EFEA-48A9-A5C1-CB007B4B5186}"/>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209">
            <a:extLst xmlns:a="http://schemas.openxmlformats.org/drawingml/2006/main">
              <a:ext uri="{FF2B5EF4-FFF2-40B4-BE49-F238E27FC236}">
                <a16:creationId xmlns:a16="http://schemas.microsoft.com/office/drawing/2014/main" id="{C1D7F209-71FD-46FE-AC67-09A3391919E2}"/>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Rust e C: vantagens e desafios</a:t>
            </a:r>
          </a:p>
        </p:txBody>
      </p:sp>
      <p:sp>
        <p:nvSpPr>
          <p:cNvPr id="5" name="p79-210">
            <a:extLst xmlns:a="http://schemas.openxmlformats.org/drawingml/2006/main">
              <a:ext uri="{FF2B5EF4-FFF2-40B4-BE49-F238E27FC236}">
                <a16:creationId xmlns:a16="http://schemas.microsoft.com/office/drawing/2014/main" id="{102465F0-4FF1-4764-985F-C600E85830BE}"/>
              </a:ext>
            </a:extLst>
          </p:cNvPr>
          <p:cNvSpPr>
            <a:spLocks xmlns:a="http://schemas.openxmlformats.org/drawingml/2006/main" noGrp="1"/>
          </p:cNvSpPr>
          <p:nvPr/>
        </p:nvSpPr>
        <p:spPr>
          <a:xfrm xmlns:a="http://schemas.openxmlformats.org/drawingml/2006/main">
            <a:off x="685800" y="2514600"/>
            <a:ext cx="5219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B84F29"/>
                </a:solidFill>
                <a:latin typeface="Arial"/>
                <a:ea typeface="Arial"/>
                <a:cs typeface="Arial"/>
              </a:defRPr>
            </a:defPPr>
          </a:lstStyle>
          <a:p xmlns:a="http://schemas.openxmlformats.org/drawingml/2006/main">
            <a:pPr>
              <a:defRPr sz="2175" b="1">
                <a:solidFill>
                  <a:srgbClr val="B84F29"/>
                </a:solidFill>
                <a:latin typeface="Arial"/>
                <a:ea typeface="Arial"/>
                <a:cs typeface="Arial"/>
              </a:defRPr>
            </a:pPr>
            <a:r>
              <a:rPr sz="2175" b="1">
                <a:solidFill>
                  <a:srgbClr val="B84F29"/>
                </a:solidFill>
                <a:latin typeface="Arial"/>
                <a:ea typeface="Arial"/>
                <a:cs typeface="Arial"/>
              </a:rPr>
              <a:t>Rust</a:t>
            </a:r>
          </a:p>
        </p:txBody>
      </p:sp>
      <p:sp>
        <p:nvSpPr>
          <p:cNvPr id="6" name="p79-211">
            <a:extLst xmlns:a="http://schemas.openxmlformats.org/drawingml/2006/main">
              <a:ext uri="{FF2B5EF4-FFF2-40B4-BE49-F238E27FC236}">
                <a16:creationId xmlns:a16="http://schemas.microsoft.com/office/drawing/2014/main" id="{A25008C6-2AB1-4FB9-9EFA-4C8B1DFC786D}"/>
              </a:ext>
            </a:extLst>
          </p:cNvPr>
          <p:cNvSpPr>
            <a:spLocks xmlns:a="http://schemas.openxmlformats.org/drawingml/2006/main" noGrp="1"/>
          </p:cNvSpPr>
          <p:nvPr/>
        </p:nvSpPr>
        <p:spPr>
          <a:xfrm xmlns:a="http://schemas.openxmlformats.org/drawingml/2006/main">
            <a:off x="685800" y="30956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Cargo integra dependências e testes</a:t>
            </a:r>
          </a:p>
        </p:txBody>
      </p:sp>
      <p:sp>
        <p:nvSpPr>
          <p:cNvPr id="7" name="p79-212">
            <a:extLst xmlns:a="http://schemas.openxmlformats.org/drawingml/2006/main">
              <a:ext uri="{FF2B5EF4-FFF2-40B4-BE49-F238E27FC236}">
                <a16:creationId xmlns:a16="http://schemas.microsoft.com/office/drawing/2014/main" id="{04C82C0A-F427-4CFF-B6C2-F9D23C479EDC}"/>
              </a:ext>
            </a:extLst>
          </p:cNvPr>
          <p:cNvSpPr>
            <a:spLocks xmlns:a="http://schemas.openxmlformats.org/drawingml/2006/main" noGrp="1"/>
          </p:cNvSpPr>
          <p:nvPr/>
        </p:nvSpPr>
        <p:spPr>
          <a:xfrm xmlns:a="http://schemas.openxmlformats.org/drawingml/2006/main">
            <a:off x="685800" y="365760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Tipos e ownership ajudam a prevenir falhas</a:t>
            </a:r>
          </a:p>
        </p:txBody>
      </p:sp>
      <p:sp>
        <p:nvSpPr>
          <p:cNvPr id="8" name="p79-213">
            <a:extLst xmlns:a="http://schemas.openxmlformats.org/drawingml/2006/main">
              <a:ext uri="{FF2B5EF4-FFF2-40B4-BE49-F238E27FC236}">
                <a16:creationId xmlns:a16="http://schemas.microsoft.com/office/drawing/2014/main" id="{11A3D4A0-2C0E-4A1D-9804-A0934ACF4626}"/>
              </a:ext>
            </a:extLst>
          </p:cNvPr>
          <p:cNvSpPr>
            <a:spLocks xmlns:a="http://schemas.openxmlformats.org/drawingml/2006/main" noGrp="1"/>
          </p:cNvSpPr>
          <p:nvPr/>
        </p:nvSpPr>
        <p:spPr>
          <a:xfrm xmlns:a="http://schemas.openxmlformats.org/drawingml/2006/main">
            <a:off x="685800" y="421957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Diagnósticos orientam correções</a:t>
            </a:r>
          </a:p>
        </p:txBody>
      </p:sp>
      <p:sp>
        <p:nvSpPr>
          <p:cNvPr id="9" name="p79-214">
            <a:extLst xmlns:a="http://schemas.openxmlformats.org/drawingml/2006/main">
              <a:ext uri="{FF2B5EF4-FFF2-40B4-BE49-F238E27FC236}">
                <a16:creationId xmlns:a16="http://schemas.microsoft.com/office/drawing/2014/main" id="{A753C743-BF44-4ACC-A74C-89D08E7972F3}"/>
              </a:ext>
            </a:extLst>
          </p:cNvPr>
          <p:cNvSpPr>
            <a:spLocks xmlns:a="http://schemas.openxmlformats.org/drawingml/2006/main" noGrp="1"/>
          </p:cNvSpPr>
          <p:nvPr/>
        </p:nvSpPr>
        <p:spPr>
          <a:xfrm xmlns:a="http://schemas.openxmlformats.org/drawingml/2006/main">
            <a:off x="685800" y="478155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Aprender empréstimos exige prática</a:t>
            </a:r>
          </a:p>
        </p:txBody>
      </p:sp>
      <p:sp>
        <p:nvSpPr>
          <p:cNvPr id="10" name="p79-215">
            <a:extLst xmlns:a="http://schemas.openxmlformats.org/drawingml/2006/main">
              <a:ext uri="{FF2B5EF4-FFF2-40B4-BE49-F238E27FC236}">
                <a16:creationId xmlns:a16="http://schemas.microsoft.com/office/drawing/2014/main" id="{097BA031-28BE-4D15-BD32-C1D32D99AFB3}"/>
              </a:ext>
            </a:extLst>
          </p:cNvPr>
          <p:cNvSpPr>
            <a:spLocks xmlns:a="http://schemas.openxmlformats.org/drawingml/2006/main" noGrp="1"/>
          </p:cNvSpPr>
          <p:nvPr/>
        </p:nvSpPr>
        <p:spPr>
          <a:xfrm xmlns:a="http://schemas.openxmlformats.org/drawingml/2006/main">
            <a:off x="685800" y="53435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Builds grandes podem custar mais tempo</a:t>
            </a:r>
          </a:p>
        </p:txBody>
      </p:sp>
      <p:sp>
        <p:nvSpPr>
          <p:cNvPr id="11" name="p79-216">
            <a:extLst xmlns:a="http://schemas.openxmlformats.org/drawingml/2006/main">
              <a:ext uri="{FF2B5EF4-FFF2-40B4-BE49-F238E27FC236}">
                <a16:creationId xmlns:a16="http://schemas.microsoft.com/office/drawing/2014/main" id="{07DB6B09-8D05-45D7-8D56-1BFCFF408FCE}"/>
              </a:ext>
            </a:extLst>
          </p:cNvPr>
          <p:cNvSpPr>
            <a:spLocks xmlns:a="http://schemas.openxmlformats.org/drawingml/2006/main" noGrp="1"/>
          </p:cNvSpPr>
          <p:nvPr/>
        </p:nvSpPr>
        <p:spPr>
          <a:xfrm xmlns:a="http://schemas.openxmlformats.org/drawingml/2006/main">
            <a:off x="6286500" y="2514600"/>
            <a:ext cx="5219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226A9D"/>
                </a:solidFill>
                <a:latin typeface="Arial"/>
                <a:ea typeface="Arial"/>
                <a:cs typeface="Arial"/>
              </a:defRPr>
            </a:defPPr>
          </a:lstStyle>
          <a:p xmlns:a="http://schemas.openxmlformats.org/drawingml/2006/main">
            <a:pPr>
              <a:defRPr sz="2175" b="1">
                <a:solidFill>
                  <a:srgbClr val="226A9D"/>
                </a:solidFill>
                <a:latin typeface="Arial"/>
                <a:ea typeface="Arial"/>
                <a:cs typeface="Arial"/>
              </a:defRPr>
            </a:pPr>
            <a:r>
              <a:rPr sz="2175" b="1">
                <a:solidFill>
                  <a:srgbClr val="226A9D"/>
                </a:solidFill>
                <a:latin typeface="Arial"/>
                <a:ea typeface="Arial"/>
                <a:cs typeface="Arial"/>
              </a:rPr>
              <a:t>C</a:t>
            </a:r>
          </a:p>
        </p:txBody>
      </p:sp>
      <p:sp>
        <p:nvSpPr>
          <p:cNvPr id="12" name="p79-217">
            <a:extLst xmlns:a="http://schemas.openxmlformats.org/drawingml/2006/main">
              <a:ext uri="{FF2B5EF4-FFF2-40B4-BE49-F238E27FC236}">
                <a16:creationId xmlns:a16="http://schemas.microsoft.com/office/drawing/2014/main" id="{E1146C6C-FAC6-445D-B8E2-FB9D554176EB}"/>
              </a:ext>
            </a:extLst>
          </p:cNvPr>
          <p:cNvSpPr>
            <a:spLocks xmlns:a="http://schemas.openxmlformats.org/drawingml/2006/main" noGrp="1"/>
          </p:cNvSpPr>
          <p:nvPr/>
        </p:nvSpPr>
        <p:spPr>
          <a:xfrm xmlns:a="http://schemas.openxmlformats.org/drawingml/2006/main">
            <a:off x="6286500" y="30956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Toolchains e APIs muito consolidadas</a:t>
            </a:r>
          </a:p>
        </p:txBody>
      </p:sp>
      <p:sp>
        <p:nvSpPr>
          <p:cNvPr id="13" name="p79-218">
            <a:extLst xmlns:a="http://schemas.openxmlformats.org/drawingml/2006/main">
              <a:ext uri="{FF2B5EF4-FFF2-40B4-BE49-F238E27FC236}">
                <a16:creationId xmlns:a16="http://schemas.microsoft.com/office/drawing/2014/main" id="{3D770354-3F47-4FC0-A405-E329BE1A5E6D}"/>
              </a:ext>
            </a:extLst>
          </p:cNvPr>
          <p:cNvSpPr>
            <a:spLocks xmlns:a="http://schemas.openxmlformats.org/drawingml/2006/main" noGrp="1"/>
          </p:cNvSpPr>
          <p:nvPr/>
        </p:nvSpPr>
        <p:spPr>
          <a:xfrm xmlns:a="http://schemas.openxmlformats.org/drawingml/2006/main">
            <a:off x="6286500" y="365760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Controle direto e linguagem central menor</a:t>
            </a:r>
          </a:p>
        </p:txBody>
      </p:sp>
      <p:sp>
        <p:nvSpPr>
          <p:cNvPr id="14" name="p79-219">
            <a:extLst xmlns:a="http://schemas.openxmlformats.org/drawingml/2006/main">
              <a:ext uri="{FF2B5EF4-FFF2-40B4-BE49-F238E27FC236}">
                <a16:creationId xmlns:a16="http://schemas.microsoft.com/office/drawing/2014/main" id="{3EAA46B8-2C39-4668-8A1A-34B2589361A8}"/>
              </a:ext>
            </a:extLst>
          </p:cNvPr>
          <p:cNvSpPr>
            <a:spLocks xmlns:a="http://schemas.openxmlformats.org/drawingml/2006/main" noGrp="1"/>
          </p:cNvSpPr>
          <p:nvPr/>
        </p:nvSpPr>
        <p:spPr>
          <a:xfrm xmlns:a="http://schemas.openxmlformats.org/drawingml/2006/main">
            <a:off x="6286500" y="421957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Amplo histórico em hardware específico</a:t>
            </a:r>
          </a:p>
        </p:txBody>
      </p:sp>
      <p:sp>
        <p:nvSpPr>
          <p:cNvPr id="15" name="p79-220">
            <a:extLst xmlns:a="http://schemas.openxmlformats.org/drawingml/2006/main">
              <a:ext uri="{FF2B5EF4-FFF2-40B4-BE49-F238E27FC236}">
                <a16:creationId xmlns:a16="http://schemas.microsoft.com/office/drawing/2014/main" id="{7674B499-4EB9-4AD9-9518-7FBF88748BC1}"/>
              </a:ext>
            </a:extLst>
          </p:cNvPr>
          <p:cNvSpPr>
            <a:spLocks xmlns:a="http://schemas.openxmlformats.org/drawingml/2006/main" noGrp="1"/>
          </p:cNvSpPr>
          <p:nvPr/>
        </p:nvSpPr>
        <p:spPr>
          <a:xfrm xmlns:a="http://schemas.openxmlformats.org/drawingml/2006/main">
            <a:off x="6286500" y="4781550"/>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Memória e sincronização exigem disciplina</a:t>
            </a:r>
          </a:p>
        </p:txBody>
      </p:sp>
      <p:sp>
        <p:nvSpPr>
          <p:cNvPr id="16" name="p79-221">
            <a:extLst xmlns:a="http://schemas.openxmlformats.org/drawingml/2006/main">
              <a:ext uri="{FF2B5EF4-FFF2-40B4-BE49-F238E27FC236}">
                <a16:creationId xmlns:a16="http://schemas.microsoft.com/office/drawing/2014/main" id="{3EA2EB7A-E508-46C2-A49F-24A279DB1AF2}"/>
              </a:ext>
            </a:extLst>
          </p:cNvPr>
          <p:cNvSpPr>
            <a:spLocks xmlns:a="http://schemas.openxmlformats.org/drawingml/2006/main" noGrp="1"/>
          </p:cNvSpPr>
          <p:nvPr/>
        </p:nvSpPr>
        <p:spPr>
          <a:xfrm xmlns:a="http://schemas.openxmlformats.org/drawingml/2006/main">
            <a:off x="6286500" y="5343525"/>
            <a:ext cx="5105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Ferramentas externas complementam o compilador</a:t>
            </a:r>
          </a:p>
        </p:txBody>
      </p:sp>
      <p:sp>
        <p:nvSpPr>
          <p:cNvPr id="17" name="p79-222">
            <a:extLst xmlns:a="http://schemas.openxmlformats.org/drawingml/2006/main">
              <a:ext uri="{FF2B5EF4-FFF2-40B4-BE49-F238E27FC236}">
                <a16:creationId xmlns:a16="http://schemas.microsoft.com/office/drawing/2014/main" id="{0A2A6030-7DDD-4A0A-AF9B-C7218CD6EF3C}"/>
              </a:ext>
            </a:extLst>
          </p:cNvPr>
          <p:cNvSpPr>
            <a:spLocks xmlns:a="http://schemas.openxmlformats.org/drawingml/2006/main" noGrp="1"/>
          </p:cNvSpPr>
          <p:nvPr/>
        </p:nvSpPr>
        <p:spPr>
          <a:xfrm xmlns:a="http://schemas.openxmlformats.org/drawingml/2006/main">
            <a:off x="5924550" y="2524125"/>
            <a:ext cx="19050" cy="32861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8" name="p79-223">
            <a:extLst xmlns:a="http://schemas.openxmlformats.org/drawingml/2006/main">
              <a:ext uri="{FF2B5EF4-FFF2-40B4-BE49-F238E27FC236}">
                <a16:creationId xmlns:a16="http://schemas.microsoft.com/office/drawing/2014/main" id="{66607650-775D-4FC3-A1AE-369506386749}"/>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9" name="p79-224">
            <a:extLst xmlns:a="http://schemas.openxmlformats.org/drawingml/2006/main">
              <a:ext uri="{FF2B5EF4-FFF2-40B4-BE49-F238E27FC236}">
                <a16:creationId xmlns:a16="http://schemas.microsoft.com/office/drawing/2014/main" id="{DD62C0CA-F47A-4DA3-8924-15765EB6C17A}"/>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0" name="p79-225">
            <a:extLst xmlns:a="http://schemas.openxmlformats.org/drawingml/2006/main">
              <a:ext uri="{FF2B5EF4-FFF2-40B4-BE49-F238E27FC236}">
                <a16:creationId xmlns:a16="http://schemas.microsoft.com/office/drawing/2014/main" id="{9AC53DFF-6250-469F-BACA-D64570713E72}"/>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12</a:t>
            </a:r>
          </a:p>
        </p:txBody>
      </p:sp>
    </p:spTree>
    <p:extLst>
      <p:ext uri="{BB962C8B-B14F-4D97-AF65-F5344CB8AC3E}">
        <p14:creationId xmlns:p14="http://schemas.microsoft.com/office/powerpoint/2010/main" val="1659734844"/>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8" name="p79-226">
            <a:extLst xmlns:a="http://schemas.openxmlformats.org/drawingml/2006/main">
              <a:ext uri="{FF2B5EF4-FFF2-40B4-BE49-F238E27FC236}">
                <a16:creationId xmlns:a16="http://schemas.microsoft.com/office/drawing/2014/main" id="{A27312E4-63A8-4D64-B092-40CC18546CD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27">
            <a:extLst xmlns:a="http://schemas.openxmlformats.org/drawingml/2006/main">
              <a:ext uri="{FF2B5EF4-FFF2-40B4-BE49-F238E27FC236}">
                <a16:creationId xmlns:a16="http://schemas.microsoft.com/office/drawing/2014/main" id="{76C9C742-1596-4558-A1A8-3806FC9CE376}"/>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0 — Rust, C e o caminho até o executável</a:t>
            </a:r>
          </a:p>
        </p:txBody>
      </p:sp>
      <p:sp>
        <p:nvSpPr>
          <p:cNvPr id="3" name="p79-228">
            <a:extLst xmlns:a="http://schemas.openxmlformats.org/drawingml/2006/main">
              <a:ext uri="{FF2B5EF4-FFF2-40B4-BE49-F238E27FC236}">
                <a16:creationId xmlns:a16="http://schemas.microsoft.com/office/drawing/2014/main" id="{8A2E5581-4D59-418E-9EC9-CDF0BA91D5FE}"/>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inicial</a:t>
            </a:r>
          </a:p>
        </p:txBody>
      </p:sp>
      <p:sp>
        <p:nvSpPr>
          <p:cNvPr id="4" name="p79-229">
            <a:extLst xmlns:a="http://schemas.openxmlformats.org/drawingml/2006/main">
              <a:ext uri="{FF2B5EF4-FFF2-40B4-BE49-F238E27FC236}">
                <a16:creationId xmlns:a16="http://schemas.microsoft.com/office/drawing/2014/main" id="{D5E8FC17-1D60-4B03-A026-AF05BF7B5725}"/>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Hardware e integração com código existente</a:t>
            </a:r>
          </a:p>
        </p:txBody>
      </p:sp>
      <p:sp>
        <p:nvSpPr>
          <p:cNvPr id="5" name="p79-230">
            <a:extLst xmlns:a="http://schemas.openxmlformats.org/drawingml/2006/main">
              <a:ext uri="{FF2B5EF4-FFF2-40B4-BE49-F238E27FC236}">
                <a16:creationId xmlns:a16="http://schemas.microsoft.com/office/drawing/2014/main" id="{54086E7E-31D9-467D-AE85-1158C46234AB}"/>
              </a:ext>
            </a:extLst>
          </p:cNvPr>
          <p:cNvSpPr>
            <a:spLocks xmlns:a="http://schemas.openxmlformats.org/drawingml/2006/main" noGrp="1"/>
          </p:cNvSpPr>
          <p:nvPr/>
        </p:nvSpPr>
        <p:spPr>
          <a:xfrm xmlns:a="http://schemas.openxmlformats.org/drawingml/2006/main">
            <a:off x="685800" y="26670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01</a:t>
            </a:r>
          </a:p>
        </p:txBody>
      </p:sp>
      <p:sp>
        <p:nvSpPr>
          <p:cNvPr id="6" name="p79-231">
            <a:extLst xmlns:a="http://schemas.openxmlformats.org/drawingml/2006/main">
              <a:ext uri="{FF2B5EF4-FFF2-40B4-BE49-F238E27FC236}">
                <a16:creationId xmlns:a16="http://schemas.microsoft.com/office/drawing/2014/main" id="{4AB7B6B4-CA9A-44DB-9DC6-CE0344C07324}"/>
              </a:ext>
            </a:extLst>
          </p:cNvPr>
          <p:cNvSpPr>
            <a:spLocks xmlns:a="http://schemas.openxmlformats.org/drawingml/2006/main" noGrp="1"/>
          </p:cNvSpPr>
          <p:nvPr/>
        </p:nvSpPr>
        <p:spPr>
          <a:xfrm xmlns:a="http://schemas.openxmlformats.org/drawingml/2006/main">
            <a:off x="1276350" y="26670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Rust embarcado pode usar no_std</a:t>
            </a:r>
          </a:p>
        </p:txBody>
      </p:sp>
      <p:sp>
        <p:nvSpPr>
          <p:cNvPr id="7" name="p79-232">
            <a:extLst xmlns:a="http://schemas.openxmlformats.org/drawingml/2006/main">
              <a:ext uri="{FF2B5EF4-FFF2-40B4-BE49-F238E27FC236}">
                <a16:creationId xmlns:a16="http://schemas.microsoft.com/office/drawing/2014/main" id="{C2BF5ED1-27D3-4F02-9148-4531F4E3E821}"/>
              </a:ext>
            </a:extLst>
          </p:cNvPr>
          <p:cNvSpPr>
            <a:spLocks xmlns:a="http://schemas.openxmlformats.org/drawingml/2006/main" noGrp="1"/>
          </p:cNvSpPr>
          <p:nvPr/>
        </p:nvSpPr>
        <p:spPr>
          <a:xfrm xmlns:a="http://schemas.openxmlformats.org/drawingml/2006/main">
            <a:off x="685800" y="324802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02</a:t>
            </a:r>
          </a:p>
        </p:txBody>
      </p:sp>
      <p:sp>
        <p:nvSpPr>
          <p:cNvPr id="8" name="p79-233">
            <a:extLst xmlns:a="http://schemas.openxmlformats.org/drawingml/2006/main">
              <a:ext uri="{FF2B5EF4-FFF2-40B4-BE49-F238E27FC236}">
                <a16:creationId xmlns:a16="http://schemas.microsoft.com/office/drawing/2014/main" id="{A650BD29-2E9A-4177-9D7D-720DA3515702}"/>
              </a:ext>
            </a:extLst>
          </p:cNvPr>
          <p:cNvSpPr>
            <a:spLocks xmlns:a="http://schemas.openxmlformats.org/drawingml/2006/main" noGrp="1"/>
          </p:cNvSpPr>
          <p:nvPr/>
        </p:nvSpPr>
        <p:spPr>
          <a:xfrm xmlns:a="http://schemas.openxmlformats.org/drawingml/2006/main">
            <a:off x="1276350" y="32480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Cada alvo precisa de toolchain e bibliotecas compatíveis</a:t>
            </a:r>
          </a:p>
        </p:txBody>
      </p:sp>
      <p:sp>
        <p:nvSpPr>
          <p:cNvPr id="9" name="p79-234">
            <a:extLst xmlns:a="http://schemas.openxmlformats.org/drawingml/2006/main">
              <a:ext uri="{FF2B5EF4-FFF2-40B4-BE49-F238E27FC236}">
                <a16:creationId xmlns:a16="http://schemas.microsoft.com/office/drawing/2014/main" id="{B40F495E-E10E-4DBA-80FE-07CA9663F326}"/>
              </a:ext>
            </a:extLst>
          </p:cNvPr>
          <p:cNvSpPr>
            <a:spLocks xmlns:a="http://schemas.openxmlformats.org/drawingml/2006/main" noGrp="1"/>
          </p:cNvSpPr>
          <p:nvPr/>
        </p:nvSpPr>
        <p:spPr>
          <a:xfrm xmlns:a="http://schemas.openxmlformats.org/drawingml/2006/main">
            <a:off x="685800" y="382905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03</a:t>
            </a:r>
          </a:p>
        </p:txBody>
      </p:sp>
      <p:sp>
        <p:nvSpPr>
          <p:cNvPr id="10" name="p79-235">
            <a:extLst xmlns:a="http://schemas.openxmlformats.org/drawingml/2006/main">
              <a:ext uri="{FF2B5EF4-FFF2-40B4-BE49-F238E27FC236}">
                <a16:creationId xmlns:a16="http://schemas.microsoft.com/office/drawing/2014/main" id="{6E16FAC0-67AC-4AEB-AF4C-A2FF2A343150}"/>
              </a:ext>
            </a:extLst>
          </p:cNvPr>
          <p:cNvSpPr>
            <a:spLocks xmlns:a="http://schemas.openxmlformats.org/drawingml/2006/main" noGrp="1"/>
          </p:cNvSpPr>
          <p:nvPr/>
        </p:nvSpPr>
        <p:spPr>
          <a:xfrm xmlns:a="http://schemas.openxmlformats.org/drawingml/2006/main">
            <a:off x="1276350" y="38290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FFI permite conversar com APIs C</a:t>
            </a:r>
          </a:p>
        </p:txBody>
      </p:sp>
      <p:sp>
        <p:nvSpPr>
          <p:cNvPr id="11" name="p79-236">
            <a:extLst xmlns:a="http://schemas.openxmlformats.org/drawingml/2006/main">
              <a:ext uri="{FF2B5EF4-FFF2-40B4-BE49-F238E27FC236}">
                <a16:creationId xmlns:a16="http://schemas.microsoft.com/office/drawing/2014/main" id="{2D300A6A-B78B-4ECA-90C3-51B72DEF3DC1}"/>
              </a:ext>
            </a:extLst>
          </p:cNvPr>
          <p:cNvSpPr>
            <a:spLocks xmlns:a="http://schemas.openxmlformats.org/drawingml/2006/main" noGrp="1"/>
          </p:cNvSpPr>
          <p:nvPr/>
        </p:nvSpPr>
        <p:spPr>
          <a:xfrm xmlns:a="http://schemas.openxmlformats.org/drawingml/2006/main">
            <a:off x="685800" y="441007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04</a:t>
            </a:r>
          </a:p>
        </p:txBody>
      </p:sp>
      <p:sp>
        <p:nvSpPr>
          <p:cNvPr id="12" name="p79-237">
            <a:extLst xmlns:a="http://schemas.openxmlformats.org/drawingml/2006/main">
              <a:ext uri="{FF2B5EF4-FFF2-40B4-BE49-F238E27FC236}">
                <a16:creationId xmlns:a16="http://schemas.microsoft.com/office/drawing/2014/main" id="{117C0EA9-2828-49EC-A178-42B0010B1FC4}"/>
              </a:ext>
            </a:extLst>
          </p:cNvPr>
          <p:cNvSpPr>
            <a:spLocks xmlns:a="http://schemas.openxmlformats.org/drawingml/2006/main" noGrp="1"/>
          </p:cNvSpPr>
          <p:nvPr/>
        </p:nvSpPr>
        <p:spPr>
          <a:xfrm xmlns:a="http://schemas.openxmlformats.org/drawingml/2006/main">
            <a:off x="1276350" y="441007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unsafe exige verificar contratos específicos</a:t>
            </a:r>
          </a:p>
        </p:txBody>
      </p:sp>
      <p:sp>
        <p:nvSpPr>
          <p:cNvPr id="13" name="p79-238">
            <a:extLst xmlns:a="http://schemas.openxmlformats.org/drawingml/2006/main">
              <a:ext uri="{FF2B5EF4-FFF2-40B4-BE49-F238E27FC236}">
                <a16:creationId xmlns:a16="http://schemas.microsoft.com/office/drawing/2014/main" id="{BC8156CE-7897-4BCA-83CE-BF9B9A0A51A4}"/>
              </a:ext>
            </a:extLst>
          </p:cNvPr>
          <p:cNvSpPr>
            <a:spLocks xmlns:a="http://schemas.openxmlformats.org/drawingml/2006/main" noGrp="1"/>
          </p:cNvSpPr>
          <p:nvPr/>
        </p:nvSpPr>
        <p:spPr>
          <a:xfrm xmlns:a="http://schemas.openxmlformats.org/drawingml/2006/main">
            <a:off x="685800" y="49911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05</a:t>
            </a:r>
          </a:p>
        </p:txBody>
      </p:sp>
      <p:sp>
        <p:nvSpPr>
          <p:cNvPr id="14" name="p79-239">
            <a:extLst xmlns:a="http://schemas.openxmlformats.org/drawingml/2006/main">
              <a:ext uri="{FF2B5EF4-FFF2-40B4-BE49-F238E27FC236}">
                <a16:creationId xmlns:a16="http://schemas.microsoft.com/office/drawing/2014/main" id="{026E93DE-72A9-4B41-A6A7-B59A1FDEB259}"/>
              </a:ext>
            </a:extLst>
          </p:cNvPr>
          <p:cNvSpPr>
            <a:spLocks xmlns:a="http://schemas.openxmlformats.org/drawingml/2006/main" noGrp="1"/>
          </p:cNvSpPr>
          <p:nvPr/>
        </p:nvSpPr>
        <p:spPr>
          <a:xfrm xmlns:a="http://schemas.openxmlformats.org/drawingml/2006/main">
            <a:off x="1276350" y="49911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unsafe mantém outras verificações, inclusive de referências</a:t>
            </a:r>
          </a:p>
        </p:txBody>
      </p:sp>
      <p:sp>
        <p:nvSpPr>
          <p:cNvPr id="15" name="p79-240">
            <a:extLst xmlns:a="http://schemas.openxmlformats.org/drawingml/2006/main">
              <a:ext uri="{FF2B5EF4-FFF2-40B4-BE49-F238E27FC236}">
                <a16:creationId xmlns:a16="http://schemas.microsoft.com/office/drawing/2014/main" id="{C4B447E5-77F6-458E-9912-4B610A70A5E0}"/>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6" name="p79-241">
            <a:extLst xmlns:a="http://schemas.openxmlformats.org/drawingml/2006/main">
              <a:ext uri="{FF2B5EF4-FFF2-40B4-BE49-F238E27FC236}">
                <a16:creationId xmlns:a16="http://schemas.microsoft.com/office/drawing/2014/main" id="{DA0CE2DC-EBCC-49FE-9B4D-2D2F6CA49F15}"/>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7" name="p79-242">
            <a:extLst xmlns:a="http://schemas.openxmlformats.org/drawingml/2006/main">
              <a:ext uri="{FF2B5EF4-FFF2-40B4-BE49-F238E27FC236}">
                <a16:creationId xmlns:a16="http://schemas.microsoft.com/office/drawing/2014/main" id="{FA68D307-2BFB-4C1A-8EFF-5795F7C16D67}"/>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13</a:t>
            </a:r>
          </a:p>
        </p:txBody>
      </p:sp>
    </p:spTree>
    <p:extLst>
      <p:ext uri="{BB962C8B-B14F-4D97-AF65-F5344CB8AC3E}">
        <p14:creationId xmlns:p14="http://schemas.microsoft.com/office/powerpoint/2010/main" val="608260585"/>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p79-243">
            <a:extLst xmlns:a="http://schemas.openxmlformats.org/drawingml/2006/main">
              <a:ext uri="{FF2B5EF4-FFF2-40B4-BE49-F238E27FC236}">
                <a16:creationId xmlns:a16="http://schemas.microsoft.com/office/drawing/2014/main" id="{2B07843B-7AA1-425A-BE15-B19460B1A8B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44">
            <a:extLst xmlns:a="http://schemas.openxmlformats.org/drawingml/2006/main">
              <a:ext uri="{FF2B5EF4-FFF2-40B4-BE49-F238E27FC236}">
                <a16:creationId xmlns:a16="http://schemas.microsoft.com/office/drawing/2014/main" id="{450719D0-E6DC-42DF-BF6F-CF5AE35948C0}"/>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C6DDEE"/>
                </a:solidFill>
                <a:latin typeface="Arial"/>
                <a:ea typeface="Arial"/>
                <a:cs typeface="Arial"/>
              </a:defRPr>
            </a:defPPr>
          </a:lstStyle>
          <a:p xmlns:a="http://schemas.openxmlformats.org/drawingml/2006/main">
            <a:pPr>
              <a:defRPr sz="1425" b="1">
                <a:solidFill>
                  <a:srgbClr val="C6DDEE"/>
                </a:solidFill>
                <a:latin typeface="Arial"/>
                <a:ea typeface="Arial"/>
                <a:cs typeface="Arial"/>
              </a:defRPr>
            </a:pPr>
            <a:r>
              <a:rPr sz="1425" b="1">
                <a:solidFill>
                  <a:srgbClr val="C6DDEE"/>
                </a:solidFill>
                <a:latin typeface="Arial"/>
                <a:ea typeface="Arial"/>
                <a:cs typeface="Arial"/>
              </a:rPr>
              <a:t>Seção 1 — Preparar o ambiente e começar o pacote</a:t>
            </a:r>
          </a:p>
        </p:txBody>
      </p:sp>
      <p:sp>
        <p:nvSpPr>
          <p:cNvPr id="3" name="p79-245">
            <a:extLst xmlns:a="http://schemas.openxmlformats.org/drawingml/2006/main">
              <a:ext uri="{FF2B5EF4-FFF2-40B4-BE49-F238E27FC236}">
                <a16:creationId xmlns:a16="http://schemas.microsoft.com/office/drawing/2014/main" id="{E6600ABE-4CB3-4987-BF07-6DDF929A3FA6}"/>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C6DDEE"/>
                </a:solidFill>
                <a:latin typeface="Arial"/>
                <a:ea typeface="Arial"/>
                <a:cs typeface="Arial"/>
              </a:defRPr>
            </a:defPPr>
          </a:lstStyle>
          <a:p xmlns:a="http://schemas.openxmlformats.org/drawingml/2006/main">
            <a:pPr>
              <a:defRPr sz="1575" b="0">
                <a:solidFill>
                  <a:srgbClr val="C6DDEE"/>
                </a:solidFill>
                <a:latin typeface="Arial"/>
                <a:ea typeface="Arial"/>
                <a:cs typeface="Arial"/>
              </a:defRPr>
            </a:pPr>
            <a:r>
              <a:rPr sz="1575" b="0">
                <a:solidFill>
                  <a:srgbClr val="C6DDEE"/>
                </a:solidFill>
                <a:latin typeface="Arial"/>
                <a:ea typeface="Arial"/>
                <a:cs typeface="Arial"/>
              </a:rPr>
              <a:t>Aulas 1 e 2</a:t>
            </a:r>
          </a:p>
        </p:txBody>
      </p:sp>
      <p:sp>
        <p:nvSpPr>
          <p:cNvPr id="4" name="p79-246">
            <a:extLst xmlns:a="http://schemas.openxmlformats.org/drawingml/2006/main">
              <a:ext uri="{FF2B5EF4-FFF2-40B4-BE49-F238E27FC236}">
                <a16:creationId xmlns:a16="http://schemas.microsoft.com/office/drawing/2014/main" id="{4FE71632-7615-4391-BE72-D517B794339A}"/>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FFFFFF"/>
                </a:solidFill>
                <a:latin typeface="Arial"/>
                <a:ea typeface="Arial"/>
                <a:cs typeface="Arial"/>
              </a:defRPr>
            </a:defPPr>
          </a:lstStyle>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Ambiente e primeiro pacote</a:t>
            </a:r>
          </a:p>
        </p:txBody>
      </p:sp>
      <p:sp>
        <p:nvSpPr>
          <p:cNvPr id="5" name="p79-247">
            <a:extLst xmlns:a="http://schemas.openxmlformats.org/drawingml/2006/main">
              <a:ext uri="{FF2B5EF4-FFF2-40B4-BE49-F238E27FC236}">
                <a16:creationId xmlns:a16="http://schemas.microsoft.com/office/drawing/2014/main" id="{DA4FC361-4D43-43E8-8439-FDE1B4722008}"/>
              </a:ext>
            </a:extLst>
          </p:cNvPr>
          <p:cNvSpPr>
            <a:spLocks xmlns:a="http://schemas.openxmlformats.org/drawingml/2006/main" noGrp="1"/>
          </p:cNvSpPr>
          <p:nvPr/>
        </p:nvSpPr>
        <p:spPr>
          <a:xfrm xmlns:a="http://schemas.openxmlformats.org/drawingml/2006/main">
            <a:off x="685800" y="26670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EFB492"/>
                </a:solidFill>
                <a:latin typeface="Arial"/>
                <a:ea typeface="Arial"/>
                <a:cs typeface="Arial"/>
              </a:defRPr>
            </a:defPPr>
          </a:lstStyle>
          <a:p xmlns:a="http://schemas.openxmlformats.org/drawingml/2006/main">
            <a:pPr>
              <a:defRPr sz="1575" b="1">
                <a:solidFill>
                  <a:srgbClr val="EFB492"/>
                </a:solidFill>
                <a:latin typeface="Arial"/>
                <a:ea typeface="Arial"/>
                <a:cs typeface="Arial"/>
              </a:defRPr>
            </a:pPr>
            <a:r>
              <a:rPr sz="1575" b="1">
                <a:solidFill>
                  <a:srgbClr val="EFB492"/>
                </a:solidFill>
                <a:latin typeface="Arial"/>
                <a:ea typeface="Arial"/>
                <a:cs typeface="Arial"/>
              </a:rPr>
              <a:t>01</a:t>
            </a:r>
          </a:p>
        </p:txBody>
      </p:sp>
      <p:sp>
        <p:nvSpPr>
          <p:cNvPr id="6" name="p79-248">
            <a:extLst xmlns:a="http://schemas.openxmlformats.org/drawingml/2006/main">
              <a:ext uri="{FF2B5EF4-FFF2-40B4-BE49-F238E27FC236}">
                <a16:creationId xmlns:a16="http://schemas.microsoft.com/office/drawing/2014/main" id="{A9F3D8C5-FC28-4108-83EE-03F70836620B}"/>
              </a:ext>
            </a:extLst>
          </p:cNvPr>
          <p:cNvSpPr>
            <a:spLocks xmlns:a="http://schemas.openxmlformats.org/drawingml/2006/main" noGrp="1"/>
          </p:cNvSpPr>
          <p:nvPr/>
        </p:nvSpPr>
        <p:spPr>
          <a:xfrm xmlns:a="http://schemas.openxmlformats.org/drawingml/2006/main">
            <a:off x="1276350" y="26670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Aula 1: ferramentas e primeiro programa, R01</a:t>
            </a:r>
          </a:p>
        </p:txBody>
      </p:sp>
      <p:sp>
        <p:nvSpPr>
          <p:cNvPr id="7" name="p79-249">
            <a:extLst xmlns:a="http://schemas.openxmlformats.org/drawingml/2006/main">
              <a:ext uri="{FF2B5EF4-FFF2-40B4-BE49-F238E27FC236}">
                <a16:creationId xmlns:a16="http://schemas.microsoft.com/office/drawing/2014/main" id="{98C329E7-9D86-414A-A366-98913F8CEBE4}"/>
              </a:ext>
            </a:extLst>
          </p:cNvPr>
          <p:cNvSpPr>
            <a:spLocks xmlns:a="http://schemas.openxmlformats.org/drawingml/2006/main" noGrp="1"/>
          </p:cNvSpPr>
          <p:nvPr/>
        </p:nvSpPr>
        <p:spPr>
          <a:xfrm xmlns:a="http://schemas.openxmlformats.org/drawingml/2006/main">
            <a:off x="685800" y="324802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EFB492"/>
                </a:solidFill>
                <a:latin typeface="Arial"/>
                <a:ea typeface="Arial"/>
                <a:cs typeface="Arial"/>
              </a:defRPr>
            </a:defPPr>
          </a:lstStyle>
          <a:p xmlns:a="http://schemas.openxmlformats.org/drawingml/2006/main">
            <a:pPr>
              <a:defRPr sz="1575" b="1">
                <a:solidFill>
                  <a:srgbClr val="EFB492"/>
                </a:solidFill>
                <a:latin typeface="Arial"/>
                <a:ea typeface="Arial"/>
                <a:cs typeface="Arial"/>
              </a:defRPr>
            </a:pPr>
            <a:r>
              <a:rPr sz="1575" b="1">
                <a:solidFill>
                  <a:srgbClr val="EFB492"/>
                </a:solidFill>
                <a:latin typeface="Arial"/>
                <a:ea typeface="Arial"/>
                <a:cs typeface="Arial"/>
              </a:rPr>
              <a:t>02</a:t>
            </a:r>
          </a:p>
        </p:txBody>
      </p:sp>
      <p:sp>
        <p:nvSpPr>
          <p:cNvPr id="8" name="p79-250">
            <a:extLst xmlns:a="http://schemas.openxmlformats.org/drawingml/2006/main">
              <a:ext uri="{FF2B5EF4-FFF2-40B4-BE49-F238E27FC236}">
                <a16:creationId xmlns:a16="http://schemas.microsoft.com/office/drawing/2014/main" id="{20EF596C-6187-4A7A-804C-F7B0BDAABE59}"/>
              </a:ext>
            </a:extLst>
          </p:cNvPr>
          <p:cNvSpPr>
            <a:spLocks xmlns:a="http://schemas.openxmlformats.org/drawingml/2006/main" noGrp="1"/>
          </p:cNvSpPr>
          <p:nvPr/>
        </p:nvSpPr>
        <p:spPr>
          <a:xfrm xmlns:a="http://schemas.openxmlformats.org/drawingml/2006/main">
            <a:off x="1276350" y="32480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Aula 2: manifesto, bibliotecas e símbolos, R02</a:t>
            </a:r>
          </a:p>
        </p:txBody>
      </p:sp>
      <p:sp>
        <p:nvSpPr>
          <p:cNvPr id="9" name="p79-251">
            <a:extLst xmlns:a="http://schemas.openxmlformats.org/drawingml/2006/main">
              <a:ext uri="{FF2B5EF4-FFF2-40B4-BE49-F238E27FC236}">
                <a16:creationId xmlns:a16="http://schemas.microsoft.com/office/drawing/2014/main" id="{F7F7CC1D-845A-4BEB-9397-37348ED13E26}"/>
              </a:ext>
            </a:extLst>
          </p:cNvPr>
          <p:cNvSpPr>
            <a:spLocks xmlns:a="http://schemas.openxmlformats.org/drawingml/2006/main" noGrp="1"/>
          </p:cNvSpPr>
          <p:nvPr/>
        </p:nvSpPr>
        <p:spPr>
          <a:xfrm xmlns:a="http://schemas.openxmlformats.org/drawingml/2006/main">
            <a:off x="685800" y="382905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EFB492"/>
                </a:solidFill>
                <a:latin typeface="Arial"/>
                <a:ea typeface="Arial"/>
                <a:cs typeface="Arial"/>
              </a:defRPr>
            </a:defPPr>
          </a:lstStyle>
          <a:p xmlns:a="http://schemas.openxmlformats.org/drawingml/2006/main">
            <a:pPr>
              <a:defRPr sz="1575" b="1">
                <a:solidFill>
                  <a:srgbClr val="EFB492"/>
                </a:solidFill>
                <a:latin typeface="Arial"/>
                <a:ea typeface="Arial"/>
                <a:cs typeface="Arial"/>
              </a:defRPr>
            </a:pPr>
            <a:r>
              <a:rPr sz="1575" b="1">
                <a:solidFill>
                  <a:srgbClr val="EFB492"/>
                </a:solidFill>
                <a:latin typeface="Arial"/>
                <a:ea typeface="Arial"/>
                <a:cs typeface="Arial"/>
              </a:rPr>
              <a:t>03</a:t>
            </a:r>
          </a:p>
        </p:txBody>
      </p:sp>
      <p:sp>
        <p:nvSpPr>
          <p:cNvPr id="10" name="p79-252">
            <a:extLst xmlns:a="http://schemas.openxmlformats.org/drawingml/2006/main">
              <a:ext uri="{FF2B5EF4-FFF2-40B4-BE49-F238E27FC236}">
                <a16:creationId xmlns:a16="http://schemas.microsoft.com/office/drawing/2014/main" id="{11EDB91A-2F5A-4149-BBB0-D13EB5BEFFFC}"/>
              </a:ext>
            </a:extLst>
          </p:cNvPr>
          <p:cNvSpPr>
            <a:spLocks xmlns:a="http://schemas.openxmlformats.org/drawingml/2006/main" noGrp="1"/>
          </p:cNvSpPr>
          <p:nvPr/>
        </p:nvSpPr>
        <p:spPr>
          <a:xfrm xmlns:a="http://schemas.openxmlformats.org/drawingml/2006/main">
            <a:off x="1276350" y="38290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Checkpoint: compilar antes de acrescentar infraestrutura</a:t>
            </a:r>
          </a:p>
        </p:txBody>
      </p:sp>
      <p:sp>
        <p:nvSpPr>
          <p:cNvPr id="11" name="p79-253">
            <a:extLst xmlns:a="http://schemas.openxmlformats.org/drawingml/2006/main">
              <a:ext uri="{FF2B5EF4-FFF2-40B4-BE49-F238E27FC236}">
                <a16:creationId xmlns:a16="http://schemas.microsoft.com/office/drawing/2014/main" id="{9A14C6AF-0005-4457-AC1D-9D958179C201}"/>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2" name="p79-254">
            <a:extLst xmlns:a="http://schemas.openxmlformats.org/drawingml/2006/main">
              <a:ext uri="{FF2B5EF4-FFF2-40B4-BE49-F238E27FC236}">
                <a16:creationId xmlns:a16="http://schemas.microsoft.com/office/drawing/2014/main" id="{EAEDB7D0-D85F-4CD4-B571-F727C745CEF8}"/>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C6DDEE"/>
                </a:solidFill>
                <a:latin typeface="Arial"/>
                <a:ea typeface="Arial"/>
                <a:cs typeface="Arial"/>
              </a:defRPr>
            </a:defPPr>
          </a:lstStyle>
          <a:p xmlns:a="http://schemas.openxmlformats.org/drawingml/2006/main">
            <a:pPr>
              <a:defRPr sz="1125" b="0">
                <a:solidFill>
                  <a:srgbClr val="C6DDEE"/>
                </a:solidFill>
                <a:latin typeface="Arial"/>
                <a:ea typeface="Arial"/>
                <a:cs typeface="Arial"/>
              </a:defRPr>
            </a:pPr>
            <a:r>
              <a:rPr sz="1125" b="0">
                <a:solidFill>
                  <a:srgbClr val="C6DDEE"/>
                </a:solidFill>
                <a:latin typeface="Arial"/>
                <a:ea typeface="Arial"/>
                <a:cs typeface="Arial"/>
              </a:rPr>
              <a:t>XMQR 0.3.0 · reconstrução do primeiro commit</a:t>
            </a:r>
          </a:p>
        </p:txBody>
      </p:sp>
      <p:sp>
        <p:nvSpPr>
          <p:cNvPr id="13" name="p79-255">
            <a:extLst xmlns:a="http://schemas.openxmlformats.org/drawingml/2006/main">
              <a:ext uri="{FF2B5EF4-FFF2-40B4-BE49-F238E27FC236}">
                <a16:creationId xmlns:a16="http://schemas.microsoft.com/office/drawing/2014/main" id="{2E45950F-ECB0-4341-AB03-8213ED705EE9}"/>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FFFFFF"/>
                </a:solidFill>
                <a:latin typeface="Arial"/>
                <a:ea typeface="Arial"/>
                <a:cs typeface="Arial"/>
              </a:defRPr>
            </a:def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14</a:t>
            </a:r>
          </a:p>
        </p:txBody>
      </p:sp>
    </p:spTree>
    <p:extLst>
      <p:ext uri="{BB962C8B-B14F-4D97-AF65-F5344CB8AC3E}">
        <p14:creationId xmlns:p14="http://schemas.microsoft.com/office/powerpoint/2010/main" val="201065370"/>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p79-256">
            <a:extLst xmlns:a="http://schemas.openxmlformats.org/drawingml/2006/main">
              <a:ext uri="{FF2B5EF4-FFF2-40B4-BE49-F238E27FC236}">
                <a16:creationId xmlns:a16="http://schemas.microsoft.com/office/drawing/2014/main" id="{DBB5D38E-4DCE-4CB7-84AA-47069B1DC26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57">
            <a:extLst xmlns:a="http://schemas.openxmlformats.org/drawingml/2006/main">
              <a:ext uri="{FF2B5EF4-FFF2-40B4-BE49-F238E27FC236}">
                <a16:creationId xmlns:a16="http://schemas.microsoft.com/office/drawing/2014/main" id="{725340D0-F570-4A8B-8644-21F99DD2A539}"/>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1 — Preparar o ambiente e começar o pacote</a:t>
            </a:r>
          </a:p>
        </p:txBody>
      </p:sp>
      <p:sp>
        <p:nvSpPr>
          <p:cNvPr id="3" name="p79-258">
            <a:extLst xmlns:a="http://schemas.openxmlformats.org/drawingml/2006/main">
              <a:ext uri="{FF2B5EF4-FFF2-40B4-BE49-F238E27FC236}">
                <a16:creationId xmlns:a16="http://schemas.microsoft.com/office/drawing/2014/main" id="{985D7D69-8953-4644-B395-F7EC95F3C5DD}"/>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 — Ferramentas e primeiro programa, R01</a:t>
            </a:r>
          </a:p>
        </p:txBody>
      </p:sp>
      <p:sp>
        <p:nvSpPr>
          <p:cNvPr id="4" name="p79-259">
            <a:extLst xmlns:a="http://schemas.openxmlformats.org/drawingml/2006/main">
              <a:ext uri="{FF2B5EF4-FFF2-40B4-BE49-F238E27FC236}">
                <a16:creationId xmlns:a16="http://schemas.microsoft.com/office/drawing/2014/main" id="{39734819-402B-49E8-BE41-5E87FED5EBBC}"/>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Verificação e criação do projeto</a:t>
            </a:r>
          </a:p>
        </p:txBody>
      </p:sp>
      <p:sp>
        <p:nvSpPr>
          <p:cNvPr id="5" name="p79-260">
            <a:extLst xmlns:a="http://schemas.openxmlformats.org/drawingml/2006/main">
              <a:ext uri="{FF2B5EF4-FFF2-40B4-BE49-F238E27FC236}">
                <a16:creationId xmlns:a16="http://schemas.microsoft.com/office/drawing/2014/main" id="{4B956824-0F8E-4F19-BD0B-D39A0B764F8A}"/>
              </a:ext>
            </a:extLst>
          </p:cNvPr>
          <p:cNvSpPr>
            <a:spLocks xmlns:a="http://schemas.openxmlformats.org/drawingml/2006/main" noGrp="1"/>
          </p:cNvSpPr>
          <p:nvPr/>
        </p:nvSpPr>
        <p:spPr>
          <a:xfrm xmlns:a="http://schemas.openxmlformats.org/drawingml/2006/main">
            <a:off x="685800" y="2514600"/>
            <a:ext cx="6191250" cy="32385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6" name="p79-261">
            <a:extLst xmlns:a="http://schemas.openxmlformats.org/drawingml/2006/main">
              <a:ext uri="{FF2B5EF4-FFF2-40B4-BE49-F238E27FC236}">
                <a16:creationId xmlns:a16="http://schemas.microsoft.com/office/drawing/2014/main" id="{97EF6337-81F3-4107-8695-B2EDD0F67A4D}"/>
              </a:ext>
            </a:extLst>
          </p:cNvPr>
          <p:cNvSpPr>
            <a:spLocks xmlns:a="http://schemas.openxmlformats.org/drawingml/2006/main" noGrp="1"/>
          </p:cNvSpPr>
          <p:nvPr/>
        </p:nvSpPr>
        <p:spPr>
          <a:xfrm xmlns:a="http://schemas.openxmlformats.org/drawingml/2006/main">
            <a:off x="895350" y="2771775"/>
            <a:ext cx="57531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9F2F8"/>
                </a:solidFill>
                <a:latin typeface="Consolas"/>
                <a:ea typeface="Consolas"/>
                <a:cs typeface="Consolas"/>
              </a:defRPr>
            </a:defPPr>
          </a:lstStyle>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rustc --version</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--version</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--version</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new --bin --name mqtt-broker --edition 2024 --vcs none xmqr-curso-03</a:t>
            </a:r>
          </a:p>
        </p:txBody>
      </p:sp>
      <p:sp>
        <p:nvSpPr>
          <p:cNvPr id="7" name="p79-262">
            <a:extLst xmlns:a="http://schemas.openxmlformats.org/drawingml/2006/main">
              <a:ext uri="{FF2B5EF4-FFF2-40B4-BE49-F238E27FC236}">
                <a16:creationId xmlns:a16="http://schemas.microsoft.com/office/drawing/2014/main" id="{86075F15-D6B0-428E-A941-B51CDC8C5F50}"/>
              </a:ext>
            </a:extLst>
          </p:cNvPr>
          <p:cNvSpPr>
            <a:spLocks xmlns:a="http://schemas.openxmlformats.org/drawingml/2006/main" noGrp="1"/>
          </p:cNvSpPr>
          <p:nvPr/>
        </p:nvSpPr>
        <p:spPr>
          <a:xfrm xmlns:a="http://schemas.openxmlformats.org/drawingml/2006/main">
            <a:off x="7219950" y="25717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Verifique Rust, Cargo e Git</a:t>
            </a:r>
          </a:p>
        </p:txBody>
      </p:sp>
      <p:sp>
        <p:nvSpPr>
          <p:cNvPr id="8" name="p79-263">
            <a:extLst xmlns:a="http://schemas.openxmlformats.org/drawingml/2006/main">
              <a:ext uri="{FF2B5EF4-FFF2-40B4-BE49-F238E27FC236}">
                <a16:creationId xmlns:a16="http://schemas.microsoft.com/office/drawing/2014/main" id="{373AA482-189A-496E-AD96-17523279FFD1}"/>
              </a:ext>
            </a:extLst>
          </p:cNvPr>
          <p:cNvSpPr>
            <a:spLocks xmlns:a="http://schemas.openxmlformats.org/drawingml/2006/main" noGrp="1"/>
          </p:cNvSpPr>
          <p:nvPr/>
        </p:nvSpPr>
        <p:spPr>
          <a:xfrm xmlns:a="http://schemas.openxmlformats.org/drawingml/2006/main">
            <a:off x="7219950" y="336232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Crie um pacote executável em uma pasta nova</a:t>
            </a:r>
          </a:p>
        </p:txBody>
      </p:sp>
      <p:sp>
        <p:nvSpPr>
          <p:cNvPr id="9" name="p79-264">
            <a:extLst xmlns:a="http://schemas.openxmlformats.org/drawingml/2006/main">
              <a:ext uri="{FF2B5EF4-FFF2-40B4-BE49-F238E27FC236}">
                <a16:creationId xmlns:a16="http://schemas.microsoft.com/office/drawing/2014/main" id="{A8FE2053-D59D-4FB0-92A8-69E2367817DF}"/>
              </a:ext>
            </a:extLst>
          </p:cNvPr>
          <p:cNvSpPr>
            <a:spLocks xmlns:a="http://schemas.openxmlformats.org/drawingml/2006/main" noGrp="1"/>
          </p:cNvSpPr>
          <p:nvPr/>
        </p:nvSpPr>
        <p:spPr>
          <a:xfrm xmlns:a="http://schemas.openxmlformats.org/drawingml/2006/main">
            <a:off x="7219950" y="41529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Abra Cargo.toml e src/main.rs</a:t>
            </a:r>
          </a:p>
        </p:txBody>
      </p:sp>
      <p:sp>
        <p:nvSpPr>
          <p:cNvPr id="10" name="p79-265">
            <a:extLst xmlns:a="http://schemas.openxmlformats.org/drawingml/2006/main">
              <a:ext uri="{FF2B5EF4-FFF2-40B4-BE49-F238E27FC236}">
                <a16:creationId xmlns:a16="http://schemas.microsoft.com/office/drawing/2014/main" id="{1AA440ED-A103-436B-9B2F-6D384D2D146C}"/>
              </a:ext>
            </a:extLst>
          </p:cNvPr>
          <p:cNvSpPr>
            <a:spLocks xmlns:a="http://schemas.openxmlformats.org/drawingml/2006/main" noGrp="1"/>
          </p:cNvSpPr>
          <p:nvPr/>
        </p:nvSpPr>
        <p:spPr>
          <a:xfrm xmlns:a="http://schemas.openxmlformats.org/drawingml/2006/main">
            <a:off x="7219950" y="494347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Execute cargo run dentro do pacote</a:t>
            </a:r>
          </a:p>
        </p:txBody>
      </p:sp>
      <p:sp>
        <p:nvSpPr>
          <p:cNvPr id="11" name="p79-266">
            <a:extLst xmlns:a="http://schemas.openxmlformats.org/drawingml/2006/main">
              <a:ext uri="{FF2B5EF4-FFF2-40B4-BE49-F238E27FC236}">
                <a16:creationId xmlns:a16="http://schemas.microsoft.com/office/drawing/2014/main" id="{AD1282CE-5339-40DB-B002-9558CAA5D2F7}"/>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2" name="p79-267">
            <a:extLst xmlns:a="http://schemas.openxmlformats.org/drawingml/2006/main">
              <a:ext uri="{FF2B5EF4-FFF2-40B4-BE49-F238E27FC236}">
                <a16:creationId xmlns:a16="http://schemas.microsoft.com/office/drawing/2014/main" id="{34B68AFD-75EB-43F4-A89A-91DE6F7FE76E}"/>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3" name="p79-268">
            <a:extLst xmlns:a="http://schemas.openxmlformats.org/drawingml/2006/main">
              <a:ext uri="{FF2B5EF4-FFF2-40B4-BE49-F238E27FC236}">
                <a16:creationId xmlns:a16="http://schemas.microsoft.com/office/drawing/2014/main" id="{37389D1A-8C1C-4EAC-B4A3-ABC55B533783}"/>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15</a:t>
            </a:r>
          </a:p>
        </p:txBody>
      </p:sp>
    </p:spTree>
    <p:extLst>
      <p:ext uri="{BB962C8B-B14F-4D97-AF65-F5344CB8AC3E}">
        <p14:creationId xmlns:p14="http://schemas.microsoft.com/office/powerpoint/2010/main" val="564096284"/>
      </p:ext>
    </p:extLst>
  </p:cSld>
</p:sld>
</file>

<file path=ppt/slides/slide1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p79-269">
            <a:extLst xmlns:a="http://schemas.openxmlformats.org/drawingml/2006/main">
              <a:ext uri="{FF2B5EF4-FFF2-40B4-BE49-F238E27FC236}">
                <a16:creationId xmlns:a16="http://schemas.microsoft.com/office/drawing/2014/main" id="{CE5EF361-79EB-4396-88FF-4F104411698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70">
            <a:extLst xmlns:a="http://schemas.openxmlformats.org/drawingml/2006/main">
              <a:ext uri="{FF2B5EF4-FFF2-40B4-BE49-F238E27FC236}">
                <a16:creationId xmlns:a16="http://schemas.microsoft.com/office/drawing/2014/main" id="{6BAC7203-E616-430F-98D5-834F9CB85A4F}"/>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1 — Preparar o ambiente e começar o pacote</a:t>
            </a:r>
          </a:p>
        </p:txBody>
      </p:sp>
      <p:sp>
        <p:nvSpPr>
          <p:cNvPr id="3" name="p79-271">
            <a:extLst xmlns:a="http://schemas.openxmlformats.org/drawingml/2006/main">
              <a:ext uri="{FF2B5EF4-FFF2-40B4-BE49-F238E27FC236}">
                <a16:creationId xmlns:a16="http://schemas.microsoft.com/office/drawing/2014/main" id="{B1BC451D-AD1B-4116-9A1B-93709FCAE355}"/>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2 — Manifesto, bibliotecas e símbolos, R02</a:t>
            </a:r>
          </a:p>
        </p:txBody>
      </p:sp>
      <p:sp>
        <p:nvSpPr>
          <p:cNvPr id="4" name="p79-272">
            <a:extLst xmlns:a="http://schemas.openxmlformats.org/drawingml/2006/main">
              <a:ext uri="{FF2B5EF4-FFF2-40B4-BE49-F238E27FC236}">
                <a16:creationId xmlns:a16="http://schemas.microsoft.com/office/drawing/2014/main" id="{5355B093-D734-425C-B4D7-4955DFEBA107}"/>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Cargo.toml descreve o pacote</a:t>
            </a:r>
          </a:p>
        </p:txBody>
      </p:sp>
      <p:sp>
        <p:nvSpPr>
          <p:cNvPr id="5" name="p79-273">
            <a:extLst xmlns:a="http://schemas.openxmlformats.org/drawingml/2006/main">
              <a:ext uri="{FF2B5EF4-FFF2-40B4-BE49-F238E27FC236}">
                <a16:creationId xmlns:a16="http://schemas.microsoft.com/office/drawing/2014/main" id="{090E03D9-0794-48EB-BCE2-03F942A20FEA}"/>
              </a:ext>
            </a:extLst>
          </p:cNvPr>
          <p:cNvSpPr>
            <a:spLocks xmlns:a="http://schemas.openxmlformats.org/drawingml/2006/main" noGrp="1"/>
          </p:cNvSpPr>
          <p:nvPr/>
        </p:nvSpPr>
        <p:spPr>
          <a:xfrm xmlns:a="http://schemas.openxmlformats.org/drawingml/2006/main">
            <a:off x="685800" y="2514600"/>
            <a:ext cx="6191250" cy="32385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6" name="p79-274">
            <a:extLst xmlns:a="http://schemas.openxmlformats.org/drawingml/2006/main">
              <a:ext uri="{FF2B5EF4-FFF2-40B4-BE49-F238E27FC236}">
                <a16:creationId xmlns:a16="http://schemas.microsoft.com/office/drawing/2014/main" id="{B97924ED-7C9F-44AB-B1E0-89876D9B198A}"/>
              </a:ext>
            </a:extLst>
          </p:cNvPr>
          <p:cNvSpPr>
            <a:spLocks xmlns:a="http://schemas.openxmlformats.org/drawingml/2006/main" noGrp="1"/>
          </p:cNvSpPr>
          <p:nvPr/>
        </p:nvSpPr>
        <p:spPr>
          <a:xfrm xmlns:a="http://schemas.openxmlformats.org/drawingml/2006/main">
            <a:off x="895350" y="2771775"/>
            <a:ext cx="57531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9F2F8"/>
                </a:solidFill>
                <a:latin typeface="Consolas"/>
                <a:ea typeface="Consolas"/>
                <a:cs typeface="Consolas"/>
              </a:defRPr>
            </a:defPPr>
          </a:lstStyle>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[package]</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name = "mqtt-broker"</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version = "0.3.0"</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edition = "2024"</a:t>
            </a:r>
          </a:p>
          <a:p xmlns:a="http://schemas.openxmlformats.org/drawingml/2006/main">
            <a:r>
              <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[dependencies]</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 Dependências completas no guia R02</a:t>
            </a:r>
          </a:p>
        </p:txBody>
      </p:sp>
      <p:sp>
        <p:nvSpPr>
          <p:cNvPr id="7" name="p79-275">
            <a:extLst xmlns:a="http://schemas.openxmlformats.org/drawingml/2006/main">
              <a:ext uri="{FF2B5EF4-FFF2-40B4-BE49-F238E27FC236}">
                <a16:creationId xmlns:a16="http://schemas.microsoft.com/office/drawing/2014/main" id="{83E67CEF-5186-4ED6-86A4-EA193C933CF0}"/>
              </a:ext>
            </a:extLst>
          </p:cNvPr>
          <p:cNvSpPr>
            <a:spLocks xmlns:a="http://schemas.openxmlformats.org/drawingml/2006/main" noGrp="1"/>
          </p:cNvSpPr>
          <p:nvPr/>
        </p:nvSpPr>
        <p:spPr>
          <a:xfrm xmlns:a="http://schemas.openxmlformats.org/drawingml/2006/main">
            <a:off x="7219950" y="25717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TOML organiza campos e seções</a:t>
            </a:r>
          </a:p>
        </p:txBody>
      </p:sp>
      <p:sp>
        <p:nvSpPr>
          <p:cNvPr id="8" name="p79-276">
            <a:extLst xmlns:a="http://schemas.openxmlformats.org/drawingml/2006/main">
              <a:ext uri="{FF2B5EF4-FFF2-40B4-BE49-F238E27FC236}">
                <a16:creationId xmlns:a16="http://schemas.microsoft.com/office/drawing/2014/main" id="{FEF85906-EAC2-4FAB-BDB9-71B37F4C9F76}"/>
              </a:ext>
            </a:extLst>
          </p:cNvPr>
          <p:cNvSpPr>
            <a:spLocks xmlns:a="http://schemas.openxmlformats.org/drawingml/2006/main" noGrp="1"/>
          </p:cNvSpPr>
          <p:nvPr/>
        </p:nvSpPr>
        <p:spPr>
          <a:xfrm xmlns:a="http://schemas.openxmlformats.org/drawingml/2006/main">
            <a:off x="7219950" y="336232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Cargo.lock registra versões resolvidas</a:t>
            </a:r>
          </a:p>
        </p:txBody>
      </p:sp>
      <p:sp>
        <p:nvSpPr>
          <p:cNvPr id="9" name="p79-277">
            <a:extLst xmlns:a="http://schemas.openxmlformats.org/drawingml/2006/main">
              <a:ext uri="{FF2B5EF4-FFF2-40B4-BE49-F238E27FC236}">
                <a16:creationId xmlns:a16="http://schemas.microsoft.com/office/drawing/2014/main" id="{82B54ED7-51B6-49DA-BF76-BB7CE083DF42}"/>
              </a:ext>
            </a:extLst>
          </p:cNvPr>
          <p:cNvSpPr>
            <a:spLocks xmlns:a="http://schemas.openxmlformats.org/drawingml/2006/main" noGrp="1"/>
          </p:cNvSpPr>
          <p:nvPr/>
        </p:nvSpPr>
        <p:spPr>
          <a:xfrm xmlns:a="http://schemas.openxmlformats.org/drawingml/2006/main">
            <a:off x="7219950" y="41529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Crate é uma unidade de código distribuída</a:t>
            </a:r>
          </a:p>
        </p:txBody>
      </p:sp>
      <p:sp>
        <p:nvSpPr>
          <p:cNvPr id="10" name="p79-278">
            <a:extLst xmlns:a="http://schemas.openxmlformats.org/drawingml/2006/main">
              <a:ext uri="{FF2B5EF4-FFF2-40B4-BE49-F238E27FC236}">
                <a16:creationId xmlns:a16="http://schemas.microsoft.com/office/drawing/2014/main" id="{0944915C-CC45-451C-BFBE-7FE6CE0C0352}"/>
              </a:ext>
            </a:extLst>
          </p:cNvPr>
          <p:cNvSpPr>
            <a:spLocks xmlns:a="http://schemas.openxmlformats.org/drawingml/2006/main" noGrp="1"/>
          </p:cNvSpPr>
          <p:nvPr/>
        </p:nvSpPr>
        <p:spPr>
          <a:xfrm xmlns:a="http://schemas.openxmlformats.org/drawingml/2006/main">
            <a:off x="7219950" y="494347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Features habilitam recursos de uma crate</a:t>
            </a:r>
          </a:p>
        </p:txBody>
      </p:sp>
      <p:sp>
        <p:nvSpPr>
          <p:cNvPr id="11" name="p79-279">
            <a:extLst xmlns:a="http://schemas.openxmlformats.org/drawingml/2006/main">
              <a:ext uri="{FF2B5EF4-FFF2-40B4-BE49-F238E27FC236}">
                <a16:creationId xmlns:a16="http://schemas.microsoft.com/office/drawing/2014/main" id="{D8507A45-ADAF-48F7-96D9-6A4959151D50}"/>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2" name="p79-280">
            <a:extLst xmlns:a="http://schemas.openxmlformats.org/drawingml/2006/main">
              <a:ext uri="{FF2B5EF4-FFF2-40B4-BE49-F238E27FC236}">
                <a16:creationId xmlns:a16="http://schemas.microsoft.com/office/drawing/2014/main" id="{2D63979F-C029-4F49-BFF2-D62F4A28530A}"/>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3" name="p79-281">
            <a:extLst xmlns:a="http://schemas.openxmlformats.org/drawingml/2006/main">
              <a:ext uri="{FF2B5EF4-FFF2-40B4-BE49-F238E27FC236}">
                <a16:creationId xmlns:a16="http://schemas.microsoft.com/office/drawing/2014/main" id="{9F74B004-BD61-4113-8B3E-14480F7E9D74}"/>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16</a:t>
            </a:r>
          </a:p>
        </p:txBody>
      </p:sp>
    </p:spTree>
    <p:extLst>
      <p:ext uri="{BB962C8B-B14F-4D97-AF65-F5344CB8AC3E}">
        <p14:creationId xmlns:p14="http://schemas.microsoft.com/office/powerpoint/2010/main" val="1673829973"/>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1DFE6691-0B1D-476D-A383-5EA0D48D58B6}"/>
              </a:ext>
            </a:extLst>
          </p:cNvPr>
          <p:cNvCxnSpPr>
            <a:stCxn xmlns:a="http://schemas.openxmlformats.org/drawingml/2006/main" id="8" idx="3"/>
            <a:endCxn xmlns:a="http://schemas.openxmlformats.org/drawingml/2006/main" id="11" idx="1"/>
          </p:cNvCxnSpPr>
          <p:nvPr/>
        </p:nvCxnSpPr>
        <p:spPr>
          <a:xfrm xmlns:a="http://schemas.openxmlformats.org/drawingml/2006/main">
            <a:off x="7823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4" name="">
            <a:extLst xmlns:a="http://schemas.openxmlformats.org/drawingml/2006/main">
              <a:ext uri="{FF2B5EF4-FFF2-40B4-BE49-F238E27FC236}">
                <a16:creationId xmlns:a16="http://schemas.microsoft.com/office/drawing/2014/main" id="{8C5FC7F0-F37E-47FA-BCE7-1B8BF986CCB8}"/>
              </a:ext>
            </a:extLst>
          </p:cNvPr>
          <p:cNvCxnSpPr>
            <a:stCxn xmlns:a="http://schemas.openxmlformats.org/drawingml/2006/main" id="5" idx="3"/>
            <a:endCxn xmlns:a="http://schemas.openxmlformats.org/drawingml/2006/main" id="8" idx="1"/>
          </p:cNvCxnSpPr>
          <p:nvPr/>
        </p:nvCxnSpPr>
        <p:spPr>
          <a:xfrm xmlns:a="http://schemas.openxmlformats.org/drawingml/2006/main">
            <a:off x="4140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0" name="p79-282">
            <a:extLst xmlns:a="http://schemas.openxmlformats.org/drawingml/2006/main">
              <a:ext uri="{FF2B5EF4-FFF2-40B4-BE49-F238E27FC236}">
                <a16:creationId xmlns:a16="http://schemas.microsoft.com/office/drawing/2014/main" id="{95BA4C2F-EB82-42BF-99A2-171B0DC1042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283">
            <a:extLst xmlns:a="http://schemas.openxmlformats.org/drawingml/2006/main">
              <a:ext uri="{FF2B5EF4-FFF2-40B4-BE49-F238E27FC236}">
                <a16:creationId xmlns:a16="http://schemas.microsoft.com/office/drawing/2014/main" id="{04DDC8F3-B5A2-4599-B008-C4D4BAF6A83D}"/>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2 — Construir os componentes de infraestrutura</a:t>
            </a:r>
          </a:p>
        </p:txBody>
      </p:sp>
      <p:sp>
        <p:nvSpPr>
          <p:cNvPr id="3" name="p79-284">
            <a:extLst xmlns:a="http://schemas.openxmlformats.org/drawingml/2006/main">
              <a:ext uri="{FF2B5EF4-FFF2-40B4-BE49-F238E27FC236}">
                <a16:creationId xmlns:a16="http://schemas.microsoft.com/office/drawing/2014/main" id="{D21DDEE6-172A-44CD-9B80-B87B3D3704AB}"/>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Aulas 3 a 5</a:t>
            </a:r>
          </a:p>
        </p:txBody>
      </p:sp>
      <p:sp>
        <p:nvSpPr>
          <p:cNvPr id="4" name="p79-285">
            <a:extLst xmlns:a="http://schemas.openxmlformats.org/drawingml/2006/main">
              <a:ext uri="{FF2B5EF4-FFF2-40B4-BE49-F238E27FC236}">
                <a16:creationId xmlns:a16="http://schemas.microsoft.com/office/drawing/2014/main" id="{AAA78457-0E09-47E7-A109-D3740F653E80}"/>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Persistência, segurança e transporte</a:t>
            </a:r>
          </a:p>
        </p:txBody>
      </p:sp>
      <p:sp>
        <p:nvSpPr>
          <p:cNvPr id="5" name="p79-286">
            <a:extLst xmlns:a="http://schemas.openxmlformats.org/drawingml/2006/main">
              <a:ext uri="{FF2B5EF4-FFF2-40B4-BE49-F238E27FC236}">
                <a16:creationId xmlns:a16="http://schemas.microsoft.com/office/drawing/2014/main" id="{B338E976-8C73-4A3C-9713-3ADA20AD7CF6}"/>
              </a:ext>
            </a:extLst>
          </p:cNvPr>
          <p:cNvSpPr>
            <a:spLocks xmlns:a="http://schemas.openxmlformats.org/drawingml/2006/main" noGrp="1"/>
          </p:cNvSpPr>
          <p:nvPr/>
        </p:nvSpPr>
        <p:spPr>
          <a:xfrm xmlns:a="http://schemas.openxmlformats.org/drawingml/2006/main">
            <a:off x="685800" y="2667000"/>
            <a:ext cx="34544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287">
            <a:extLst xmlns:a="http://schemas.openxmlformats.org/drawingml/2006/main">
              <a:ext uri="{FF2B5EF4-FFF2-40B4-BE49-F238E27FC236}">
                <a16:creationId xmlns:a16="http://schemas.microsoft.com/office/drawing/2014/main" id="{71C4A261-B73C-4156-BE80-372FEBA23251}"/>
              </a:ext>
            </a:extLst>
          </p:cNvPr>
          <p:cNvSpPr>
            <a:spLocks xmlns:a="http://schemas.openxmlformats.org/drawingml/2006/main" noGrp="1"/>
          </p:cNvSpPr>
          <p:nvPr/>
        </p:nvSpPr>
        <p:spPr>
          <a:xfrm xmlns:a="http://schemas.openxmlformats.org/drawingml/2006/main">
            <a:off x="819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288">
            <a:extLst xmlns:a="http://schemas.openxmlformats.org/drawingml/2006/main">
              <a:ext uri="{FF2B5EF4-FFF2-40B4-BE49-F238E27FC236}">
                <a16:creationId xmlns:a16="http://schemas.microsoft.com/office/drawing/2014/main" id="{57E67BFC-A10D-4E3B-B01D-43E5986ACC08}"/>
              </a:ext>
            </a:extLst>
          </p:cNvPr>
          <p:cNvSpPr>
            <a:spLocks xmlns:a="http://schemas.openxmlformats.org/drawingml/2006/main" noGrp="1"/>
          </p:cNvSpPr>
          <p:nvPr/>
        </p:nvSpPr>
        <p:spPr>
          <a:xfrm xmlns:a="http://schemas.openxmlformats.org/drawingml/2006/main">
            <a:off x="819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R03</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Disco e ator</a:t>
            </a:r>
          </a:p>
        </p:txBody>
      </p:sp>
      <p:sp>
        <p:nvSpPr>
          <p:cNvPr id="8" name="p79-289">
            <a:extLst xmlns:a="http://schemas.openxmlformats.org/drawingml/2006/main">
              <a:ext uri="{FF2B5EF4-FFF2-40B4-BE49-F238E27FC236}">
                <a16:creationId xmlns:a16="http://schemas.microsoft.com/office/drawing/2014/main" id="{E86991A2-7D11-4381-B24E-30B6828CF8A2}"/>
              </a:ext>
            </a:extLst>
          </p:cNvPr>
          <p:cNvSpPr>
            <a:spLocks xmlns:a="http://schemas.openxmlformats.org/drawingml/2006/main" noGrp="1"/>
          </p:cNvSpPr>
          <p:nvPr/>
        </p:nvSpPr>
        <p:spPr>
          <a:xfrm xmlns:a="http://schemas.openxmlformats.org/drawingml/2006/main">
            <a:off x="4368800" y="2667000"/>
            <a:ext cx="34544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290">
            <a:extLst xmlns:a="http://schemas.openxmlformats.org/drawingml/2006/main">
              <a:ext uri="{FF2B5EF4-FFF2-40B4-BE49-F238E27FC236}">
                <a16:creationId xmlns:a16="http://schemas.microsoft.com/office/drawing/2014/main" id="{488889B5-28CF-414D-82E7-F0A749DB882F}"/>
              </a:ext>
            </a:extLst>
          </p:cNvPr>
          <p:cNvSpPr>
            <a:spLocks xmlns:a="http://schemas.openxmlformats.org/drawingml/2006/main" noGrp="1"/>
          </p:cNvSpPr>
          <p:nvPr/>
        </p:nvSpPr>
        <p:spPr>
          <a:xfrm xmlns:a="http://schemas.openxmlformats.org/drawingml/2006/main">
            <a:off x="4502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291">
            <a:extLst xmlns:a="http://schemas.openxmlformats.org/drawingml/2006/main">
              <a:ext uri="{FF2B5EF4-FFF2-40B4-BE49-F238E27FC236}">
                <a16:creationId xmlns:a16="http://schemas.microsoft.com/office/drawing/2014/main" id="{F63756FE-8F39-4F61-A01F-A527B8F457A4}"/>
              </a:ext>
            </a:extLst>
          </p:cNvPr>
          <p:cNvSpPr>
            <a:spLocks xmlns:a="http://schemas.openxmlformats.org/drawingml/2006/main" noGrp="1"/>
          </p:cNvSpPr>
          <p:nvPr/>
        </p:nvSpPr>
        <p:spPr>
          <a:xfrm xmlns:a="http://schemas.openxmlformats.org/drawingml/2006/main">
            <a:off x="4502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R04</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Identidade e ACL</a:t>
            </a:r>
          </a:p>
        </p:txBody>
      </p:sp>
      <p:sp>
        <p:nvSpPr>
          <p:cNvPr id="11" name="p79-292">
            <a:extLst xmlns:a="http://schemas.openxmlformats.org/drawingml/2006/main">
              <a:ext uri="{FF2B5EF4-FFF2-40B4-BE49-F238E27FC236}">
                <a16:creationId xmlns:a16="http://schemas.microsoft.com/office/drawing/2014/main" id="{621FF926-F95E-4DF1-8A87-0919886C0B84}"/>
              </a:ext>
            </a:extLst>
          </p:cNvPr>
          <p:cNvSpPr>
            <a:spLocks xmlns:a="http://schemas.openxmlformats.org/drawingml/2006/main" noGrp="1"/>
          </p:cNvSpPr>
          <p:nvPr/>
        </p:nvSpPr>
        <p:spPr>
          <a:xfrm xmlns:a="http://schemas.openxmlformats.org/drawingml/2006/main">
            <a:off x="8051800" y="2667000"/>
            <a:ext cx="34544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293">
            <a:extLst xmlns:a="http://schemas.openxmlformats.org/drawingml/2006/main">
              <a:ext uri="{FF2B5EF4-FFF2-40B4-BE49-F238E27FC236}">
                <a16:creationId xmlns:a16="http://schemas.microsoft.com/office/drawing/2014/main" id="{6A5A30B3-6F4F-4858-930F-FA63D9271409}"/>
              </a:ext>
            </a:extLst>
          </p:cNvPr>
          <p:cNvSpPr>
            <a:spLocks xmlns:a="http://schemas.openxmlformats.org/drawingml/2006/main" noGrp="1"/>
          </p:cNvSpPr>
          <p:nvPr/>
        </p:nvSpPr>
        <p:spPr>
          <a:xfrm xmlns:a="http://schemas.openxmlformats.org/drawingml/2006/main">
            <a:off x="8185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294">
            <a:extLst xmlns:a="http://schemas.openxmlformats.org/drawingml/2006/main">
              <a:ext uri="{FF2B5EF4-FFF2-40B4-BE49-F238E27FC236}">
                <a16:creationId xmlns:a16="http://schemas.microsoft.com/office/drawing/2014/main" id="{1D07F1F4-BC07-400B-AAC2-6D31A9B35075}"/>
              </a:ext>
            </a:extLst>
          </p:cNvPr>
          <p:cNvSpPr>
            <a:spLocks xmlns:a="http://schemas.openxmlformats.org/drawingml/2006/main" noGrp="1"/>
          </p:cNvSpPr>
          <p:nvPr/>
        </p:nvSpPr>
        <p:spPr>
          <a:xfrm xmlns:a="http://schemas.openxmlformats.org/drawingml/2006/main">
            <a:off x="8185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R05</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Conexões e TLS</a:t>
            </a:r>
          </a:p>
        </p:txBody>
      </p:sp>
      <p:sp>
        <p:nvSpPr>
          <p:cNvPr id="16" name="p79-295">
            <a:extLst xmlns:a="http://schemas.openxmlformats.org/drawingml/2006/main">
              <a:ext uri="{FF2B5EF4-FFF2-40B4-BE49-F238E27FC236}">
                <a16:creationId xmlns:a16="http://schemas.microsoft.com/office/drawing/2014/main" id="{062AAD44-6A81-4542-B994-0F32940D339D}"/>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A infraestrutura será utilizada pelo núcleo MQTT na próxima seção</a:t>
            </a:r>
          </a:p>
        </p:txBody>
      </p:sp>
      <p:sp>
        <p:nvSpPr>
          <p:cNvPr id="17" name="p79-296">
            <a:extLst xmlns:a="http://schemas.openxmlformats.org/drawingml/2006/main">
              <a:ext uri="{FF2B5EF4-FFF2-40B4-BE49-F238E27FC236}">
                <a16:creationId xmlns:a16="http://schemas.microsoft.com/office/drawing/2014/main" id="{88D32156-161A-4AD1-9DAC-1196714BA6E5}"/>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8" name="p79-297">
            <a:extLst xmlns:a="http://schemas.openxmlformats.org/drawingml/2006/main">
              <a:ext uri="{FF2B5EF4-FFF2-40B4-BE49-F238E27FC236}">
                <a16:creationId xmlns:a16="http://schemas.microsoft.com/office/drawing/2014/main" id="{E3BF6F21-56DF-4D05-B95D-6A96E308738B}"/>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9" name="p79-298">
            <a:extLst xmlns:a="http://schemas.openxmlformats.org/drawingml/2006/main">
              <a:ext uri="{FF2B5EF4-FFF2-40B4-BE49-F238E27FC236}">
                <a16:creationId xmlns:a16="http://schemas.microsoft.com/office/drawing/2014/main" id="{94998633-4BC9-426D-8E58-82BAE104CA95}"/>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17</a:t>
            </a:r>
          </a:p>
        </p:txBody>
      </p:sp>
    </p:spTree>
    <p:extLst>
      <p:ext uri="{BB962C8B-B14F-4D97-AF65-F5344CB8AC3E}">
        <p14:creationId xmlns:p14="http://schemas.microsoft.com/office/powerpoint/2010/main" val="463304339"/>
      </p:ext>
    </p:extLst>
  </p:cSld>
</p:sld>
</file>

<file path=ppt/slides/slide1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C35C88AF-C366-4F4F-9778-8DFBDBAE27C2}"/>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F92FC628-6B1B-45A8-8AA2-47CBABE12EBD}"/>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E926FA65-5A03-4862-80B1-98ED493137FA}"/>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09D60E56-F9F8-4B8E-8815-297EFC60F571}"/>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299">
            <a:extLst xmlns:a="http://schemas.openxmlformats.org/drawingml/2006/main">
              <a:ext uri="{FF2B5EF4-FFF2-40B4-BE49-F238E27FC236}">
                <a16:creationId xmlns:a16="http://schemas.microsoft.com/office/drawing/2014/main" id="{1D994E59-819D-4B14-80F9-5E9FF5F9065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300">
            <a:extLst xmlns:a="http://schemas.openxmlformats.org/drawingml/2006/main">
              <a:ext uri="{FF2B5EF4-FFF2-40B4-BE49-F238E27FC236}">
                <a16:creationId xmlns:a16="http://schemas.microsoft.com/office/drawing/2014/main" id="{9B642AF9-B617-4C9D-BCFC-B913A0DBC4B9}"/>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2 — Construir os componentes de infraestrutura</a:t>
            </a:r>
          </a:p>
        </p:txBody>
      </p:sp>
      <p:sp>
        <p:nvSpPr>
          <p:cNvPr id="3" name="p79-301">
            <a:extLst xmlns:a="http://schemas.openxmlformats.org/drawingml/2006/main">
              <a:ext uri="{FF2B5EF4-FFF2-40B4-BE49-F238E27FC236}">
                <a16:creationId xmlns:a16="http://schemas.microsoft.com/office/drawing/2014/main" id="{308648BE-EF4E-4DE7-AD0E-3FC80EF0C29E}"/>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3 — Persistência e ator, R03</a:t>
            </a:r>
          </a:p>
        </p:txBody>
      </p:sp>
      <p:sp>
        <p:nvSpPr>
          <p:cNvPr id="4" name="p79-302">
            <a:extLst xmlns:a="http://schemas.openxmlformats.org/drawingml/2006/main">
              <a:ext uri="{FF2B5EF4-FFF2-40B4-BE49-F238E27FC236}">
                <a16:creationId xmlns:a16="http://schemas.microsoft.com/office/drawing/2014/main" id="{8685CD98-7828-4581-8CCF-582ADEEE23A1}"/>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Gravação durável com um escritor</a:t>
            </a:r>
          </a:p>
        </p:txBody>
      </p:sp>
      <p:sp>
        <p:nvSpPr>
          <p:cNvPr id="5" name="p79-303">
            <a:extLst xmlns:a="http://schemas.openxmlformats.org/drawingml/2006/main">
              <a:ext uri="{FF2B5EF4-FFF2-40B4-BE49-F238E27FC236}">
                <a16:creationId xmlns:a16="http://schemas.microsoft.com/office/drawing/2014/main" id="{0BD64D29-408F-426D-97D6-E58EF077DF6E}"/>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304">
            <a:extLst xmlns:a="http://schemas.openxmlformats.org/drawingml/2006/main">
              <a:ext uri="{FF2B5EF4-FFF2-40B4-BE49-F238E27FC236}">
                <a16:creationId xmlns:a16="http://schemas.microsoft.com/office/drawing/2014/main" id="{CA0247CB-C6E6-4166-8D5B-B1FBE0A56C59}"/>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305">
            <a:extLst xmlns:a="http://schemas.openxmlformats.org/drawingml/2006/main">
              <a:ext uri="{FF2B5EF4-FFF2-40B4-BE49-F238E27FC236}">
                <a16:creationId xmlns:a16="http://schemas.microsoft.com/office/drawing/2014/main" id="{FCFB9166-31C1-4025-93B5-6AEACCAFE12C}"/>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Pedido de gravação</a:t>
            </a:r>
          </a:p>
        </p:txBody>
      </p:sp>
      <p:sp>
        <p:nvSpPr>
          <p:cNvPr id="8" name="p79-306">
            <a:extLst xmlns:a="http://schemas.openxmlformats.org/drawingml/2006/main">
              <a:ext uri="{FF2B5EF4-FFF2-40B4-BE49-F238E27FC236}">
                <a16:creationId xmlns:a16="http://schemas.microsoft.com/office/drawing/2014/main" id="{99572FCB-29B3-4AB6-9B1D-DB15EE7B8395}"/>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307">
            <a:extLst xmlns:a="http://schemas.openxmlformats.org/drawingml/2006/main">
              <a:ext uri="{FF2B5EF4-FFF2-40B4-BE49-F238E27FC236}">
                <a16:creationId xmlns:a16="http://schemas.microsoft.com/office/drawing/2014/main" id="{F5217536-143F-454B-A1F9-AD15FE600CFF}"/>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308">
            <a:extLst xmlns:a="http://schemas.openxmlformats.org/drawingml/2006/main">
              <a:ext uri="{FF2B5EF4-FFF2-40B4-BE49-F238E27FC236}">
                <a16:creationId xmlns:a16="http://schemas.microsoft.com/office/drawing/2014/main" id="{F7E1AD25-654E-406A-9453-AB82472657B3}"/>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Fila limitada</a:t>
            </a:r>
          </a:p>
        </p:txBody>
      </p:sp>
      <p:sp>
        <p:nvSpPr>
          <p:cNvPr id="11" name="p79-309">
            <a:extLst xmlns:a="http://schemas.openxmlformats.org/drawingml/2006/main">
              <a:ext uri="{FF2B5EF4-FFF2-40B4-BE49-F238E27FC236}">
                <a16:creationId xmlns:a16="http://schemas.microsoft.com/office/drawing/2014/main" id="{CEA61676-4AC7-42F7-BD46-A5207DBBDFBB}"/>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310">
            <a:extLst xmlns:a="http://schemas.openxmlformats.org/drawingml/2006/main">
              <a:ext uri="{FF2B5EF4-FFF2-40B4-BE49-F238E27FC236}">
                <a16:creationId xmlns:a16="http://schemas.microsoft.com/office/drawing/2014/main" id="{EAC75721-2228-4BF2-8245-2DEA172F2AD9}"/>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311">
            <a:extLst xmlns:a="http://schemas.openxmlformats.org/drawingml/2006/main">
              <a:ext uri="{FF2B5EF4-FFF2-40B4-BE49-F238E27FC236}">
                <a16:creationId xmlns:a16="http://schemas.microsoft.com/office/drawing/2014/main" id="{03A09035-4537-4D63-AF1A-ADD69E9CF037}"/>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Ator escritor</a:t>
            </a:r>
          </a:p>
        </p:txBody>
      </p:sp>
      <p:sp>
        <p:nvSpPr>
          <p:cNvPr id="14" name="p79-312">
            <a:extLst xmlns:a="http://schemas.openxmlformats.org/drawingml/2006/main">
              <a:ext uri="{FF2B5EF4-FFF2-40B4-BE49-F238E27FC236}">
                <a16:creationId xmlns:a16="http://schemas.microsoft.com/office/drawing/2014/main" id="{2DCB769E-4334-42A0-8599-91177AE90FD0}"/>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313">
            <a:extLst xmlns:a="http://schemas.openxmlformats.org/drawingml/2006/main">
              <a:ext uri="{FF2B5EF4-FFF2-40B4-BE49-F238E27FC236}">
                <a16:creationId xmlns:a16="http://schemas.microsoft.com/office/drawing/2014/main" id="{84B49430-F7E4-4BB5-B066-F6C6C3928A3C}"/>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314">
            <a:extLst xmlns:a="http://schemas.openxmlformats.org/drawingml/2006/main">
              <a:ext uri="{FF2B5EF4-FFF2-40B4-BE49-F238E27FC236}">
                <a16:creationId xmlns:a16="http://schemas.microsoft.com/office/drawing/2014/main" id="{EA0BA70B-42A2-4DF1-AB38-565C62676562}"/>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WAL / snapshot</a:t>
            </a:r>
          </a:p>
        </p:txBody>
      </p:sp>
      <p:sp>
        <p:nvSpPr>
          <p:cNvPr id="17" name="p79-315">
            <a:extLst xmlns:a="http://schemas.openxmlformats.org/drawingml/2006/main">
              <a:ext uri="{FF2B5EF4-FFF2-40B4-BE49-F238E27FC236}">
                <a16:creationId xmlns:a16="http://schemas.microsoft.com/office/drawing/2014/main" id="{185D9756-4E47-44AE-B31B-1B2404D81FCE}"/>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316">
            <a:extLst xmlns:a="http://schemas.openxmlformats.org/drawingml/2006/main">
              <a:ext uri="{FF2B5EF4-FFF2-40B4-BE49-F238E27FC236}">
                <a16:creationId xmlns:a16="http://schemas.microsoft.com/office/drawing/2014/main" id="{9D879C86-84C3-4BEE-A984-44CFD5B77624}"/>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317">
            <a:extLst xmlns:a="http://schemas.openxmlformats.org/drawingml/2006/main">
              <a:ext uri="{FF2B5EF4-FFF2-40B4-BE49-F238E27FC236}">
                <a16:creationId xmlns:a16="http://schemas.microsoft.com/office/drawing/2014/main" id="{DFB7563D-A7D1-48D1-BC64-02CB93F9BD69}"/>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Resposta de commit</a:t>
            </a:r>
          </a:p>
        </p:txBody>
      </p:sp>
      <p:sp>
        <p:nvSpPr>
          <p:cNvPr id="24" name="p79-318">
            <a:extLst xmlns:a="http://schemas.openxmlformats.org/drawingml/2006/main">
              <a:ext uri="{FF2B5EF4-FFF2-40B4-BE49-F238E27FC236}">
                <a16:creationId xmlns:a16="http://schemas.microsoft.com/office/drawing/2014/main" id="{CF635F3D-104B-40ED-B48F-2AAFF033A0CE}"/>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WAL registra operações. Snapshot guarda uma imagem do estado.</a:t>
            </a:r>
          </a:p>
        </p:txBody>
      </p:sp>
      <p:sp>
        <p:nvSpPr>
          <p:cNvPr id="25" name="p79-319">
            <a:extLst xmlns:a="http://schemas.openxmlformats.org/drawingml/2006/main">
              <a:ext uri="{FF2B5EF4-FFF2-40B4-BE49-F238E27FC236}">
                <a16:creationId xmlns:a16="http://schemas.microsoft.com/office/drawing/2014/main" id="{6E562AD7-7870-42E9-BC4E-287D0B3EB549}"/>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320">
            <a:extLst xmlns:a="http://schemas.openxmlformats.org/drawingml/2006/main">
              <a:ext uri="{FF2B5EF4-FFF2-40B4-BE49-F238E27FC236}">
                <a16:creationId xmlns:a16="http://schemas.microsoft.com/office/drawing/2014/main" id="{FCB0BB08-C4EB-4DDA-9529-162A54784A93}"/>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321">
            <a:extLst xmlns:a="http://schemas.openxmlformats.org/drawingml/2006/main">
              <a:ext uri="{FF2B5EF4-FFF2-40B4-BE49-F238E27FC236}">
                <a16:creationId xmlns:a16="http://schemas.microsoft.com/office/drawing/2014/main" id="{B3C33869-7B51-44AB-8481-8922D09CAD11}"/>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18</a:t>
            </a:r>
          </a:p>
        </p:txBody>
      </p:sp>
    </p:spTree>
    <p:extLst>
      <p:ext uri="{BB962C8B-B14F-4D97-AF65-F5344CB8AC3E}">
        <p14:creationId xmlns:p14="http://schemas.microsoft.com/office/powerpoint/2010/main" val="106852604"/>
      </p:ext>
    </p:extLst>
  </p:cSld>
</p:sld>
</file>

<file path=ppt/slides/slide1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D902E2B-A8D6-4996-B453-C840F1597A29}"/>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EB4F55DC-DAC7-42B2-AAA1-7B588BE49B40}"/>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48ECCA4B-3856-4B95-A993-DC93FDF0A7AA}"/>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60AF53A5-53DD-4765-89C8-208AA4D56A0D}"/>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322">
            <a:extLst xmlns:a="http://schemas.openxmlformats.org/drawingml/2006/main">
              <a:ext uri="{FF2B5EF4-FFF2-40B4-BE49-F238E27FC236}">
                <a16:creationId xmlns:a16="http://schemas.microsoft.com/office/drawing/2014/main" id="{4E21A178-1745-4E3D-9327-A6B6243EC9E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323">
            <a:extLst xmlns:a="http://schemas.openxmlformats.org/drawingml/2006/main">
              <a:ext uri="{FF2B5EF4-FFF2-40B4-BE49-F238E27FC236}">
                <a16:creationId xmlns:a16="http://schemas.microsoft.com/office/drawing/2014/main" id="{0DB052B7-274A-4132-B4FB-4145C7DC98B1}"/>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2 — Construir os componentes de infraestrutura</a:t>
            </a:r>
          </a:p>
        </p:txBody>
      </p:sp>
      <p:sp>
        <p:nvSpPr>
          <p:cNvPr id="3" name="p79-324">
            <a:extLst xmlns:a="http://schemas.openxmlformats.org/drawingml/2006/main">
              <a:ext uri="{FF2B5EF4-FFF2-40B4-BE49-F238E27FC236}">
                <a16:creationId xmlns:a16="http://schemas.microsoft.com/office/drawing/2014/main" id="{CB3DC7D4-6FDF-4EC2-B4C2-720099EA6B42}"/>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4 — Autenticação e ACL, R04</a:t>
            </a:r>
          </a:p>
        </p:txBody>
      </p:sp>
      <p:sp>
        <p:nvSpPr>
          <p:cNvPr id="4" name="p79-325">
            <a:extLst xmlns:a="http://schemas.openxmlformats.org/drawingml/2006/main">
              <a:ext uri="{FF2B5EF4-FFF2-40B4-BE49-F238E27FC236}">
                <a16:creationId xmlns:a16="http://schemas.microsoft.com/office/drawing/2014/main" id="{ED4A9107-E895-4756-9BA4-63105B78797F}"/>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Identidade e permissão são verificações distintas</a:t>
            </a:r>
          </a:p>
        </p:txBody>
      </p:sp>
      <p:sp>
        <p:nvSpPr>
          <p:cNvPr id="5" name="p79-326">
            <a:extLst xmlns:a="http://schemas.openxmlformats.org/drawingml/2006/main">
              <a:ext uri="{FF2B5EF4-FFF2-40B4-BE49-F238E27FC236}">
                <a16:creationId xmlns:a16="http://schemas.microsoft.com/office/drawing/2014/main" id="{8651DE49-674F-4582-A575-A00A8709F0A9}"/>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327">
            <a:extLst xmlns:a="http://schemas.openxmlformats.org/drawingml/2006/main">
              <a:ext uri="{FF2B5EF4-FFF2-40B4-BE49-F238E27FC236}">
                <a16:creationId xmlns:a16="http://schemas.microsoft.com/office/drawing/2014/main" id="{EC8E02FA-875C-499B-AAC6-75BF78D370CC}"/>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328">
            <a:extLst xmlns:a="http://schemas.openxmlformats.org/drawingml/2006/main">
              <a:ext uri="{FF2B5EF4-FFF2-40B4-BE49-F238E27FC236}">
                <a16:creationId xmlns:a16="http://schemas.microsoft.com/office/drawing/2014/main" id="{0943E113-FDA2-46FF-BB21-DE0A3A8A19DA}"/>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Credenciais</a:t>
            </a:r>
          </a:p>
        </p:txBody>
      </p:sp>
      <p:sp>
        <p:nvSpPr>
          <p:cNvPr id="8" name="p79-329">
            <a:extLst xmlns:a="http://schemas.openxmlformats.org/drawingml/2006/main">
              <a:ext uri="{FF2B5EF4-FFF2-40B4-BE49-F238E27FC236}">
                <a16:creationId xmlns:a16="http://schemas.microsoft.com/office/drawing/2014/main" id="{9F986D33-D207-450F-B57D-B1AC8BEEBD3A}"/>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330">
            <a:extLst xmlns:a="http://schemas.openxmlformats.org/drawingml/2006/main">
              <a:ext uri="{FF2B5EF4-FFF2-40B4-BE49-F238E27FC236}">
                <a16:creationId xmlns:a16="http://schemas.microsoft.com/office/drawing/2014/main" id="{E62141BE-1ECF-4D19-BADB-F4DB4017A42A}"/>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331">
            <a:extLst xmlns:a="http://schemas.openxmlformats.org/drawingml/2006/main">
              <a:ext uri="{FF2B5EF4-FFF2-40B4-BE49-F238E27FC236}">
                <a16:creationId xmlns:a16="http://schemas.microsoft.com/office/drawing/2014/main" id="{F933DBB6-B027-429F-B9A6-BAAAC81D6AC0}"/>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Autenticação</a:t>
            </a:r>
          </a:p>
        </p:txBody>
      </p:sp>
      <p:sp>
        <p:nvSpPr>
          <p:cNvPr id="11" name="p79-332">
            <a:extLst xmlns:a="http://schemas.openxmlformats.org/drawingml/2006/main">
              <a:ext uri="{FF2B5EF4-FFF2-40B4-BE49-F238E27FC236}">
                <a16:creationId xmlns:a16="http://schemas.microsoft.com/office/drawing/2014/main" id="{9FF64623-50C0-4BFD-94BC-E82958B4B6C3}"/>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333">
            <a:extLst xmlns:a="http://schemas.openxmlformats.org/drawingml/2006/main">
              <a:ext uri="{FF2B5EF4-FFF2-40B4-BE49-F238E27FC236}">
                <a16:creationId xmlns:a16="http://schemas.microsoft.com/office/drawing/2014/main" id="{D637E8B5-065B-4A3A-BD70-C92A06FB8257}"/>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334">
            <a:extLst xmlns:a="http://schemas.openxmlformats.org/drawingml/2006/main">
              <a:ext uri="{FF2B5EF4-FFF2-40B4-BE49-F238E27FC236}">
                <a16:creationId xmlns:a16="http://schemas.microsoft.com/office/drawing/2014/main" id="{FD96867C-4FD5-4695-BBA8-9D3D869E4772}"/>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Identidade</a:t>
            </a:r>
          </a:p>
        </p:txBody>
      </p:sp>
      <p:sp>
        <p:nvSpPr>
          <p:cNvPr id="14" name="p79-335">
            <a:extLst xmlns:a="http://schemas.openxmlformats.org/drawingml/2006/main">
              <a:ext uri="{FF2B5EF4-FFF2-40B4-BE49-F238E27FC236}">
                <a16:creationId xmlns:a16="http://schemas.microsoft.com/office/drawing/2014/main" id="{B1C39792-B639-4475-9B74-DD326DC2C7A3}"/>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336">
            <a:extLst xmlns:a="http://schemas.openxmlformats.org/drawingml/2006/main">
              <a:ext uri="{FF2B5EF4-FFF2-40B4-BE49-F238E27FC236}">
                <a16:creationId xmlns:a16="http://schemas.microsoft.com/office/drawing/2014/main" id="{346FD4EB-FC62-4663-9B44-045535955B62}"/>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337">
            <a:extLst xmlns:a="http://schemas.openxmlformats.org/drawingml/2006/main">
              <a:ext uri="{FF2B5EF4-FFF2-40B4-BE49-F238E27FC236}">
                <a16:creationId xmlns:a16="http://schemas.microsoft.com/office/drawing/2014/main" id="{C7052DDA-2054-42CB-9DF4-C824885DF7BD}"/>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ACL</a:t>
            </a:r>
          </a:p>
        </p:txBody>
      </p:sp>
      <p:sp>
        <p:nvSpPr>
          <p:cNvPr id="17" name="p79-338">
            <a:extLst xmlns:a="http://schemas.openxmlformats.org/drawingml/2006/main">
              <a:ext uri="{FF2B5EF4-FFF2-40B4-BE49-F238E27FC236}">
                <a16:creationId xmlns:a16="http://schemas.microsoft.com/office/drawing/2014/main" id="{B335C81E-63B8-4459-801E-8E640C0EB687}"/>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339">
            <a:extLst xmlns:a="http://schemas.openxmlformats.org/drawingml/2006/main">
              <a:ext uri="{FF2B5EF4-FFF2-40B4-BE49-F238E27FC236}">
                <a16:creationId xmlns:a16="http://schemas.microsoft.com/office/drawing/2014/main" id="{12EB2AE2-DFC8-4195-BC7D-91DAC65379B6}"/>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340">
            <a:extLst xmlns:a="http://schemas.openxmlformats.org/drawingml/2006/main">
              <a:ext uri="{FF2B5EF4-FFF2-40B4-BE49-F238E27FC236}">
                <a16:creationId xmlns:a16="http://schemas.microsoft.com/office/drawing/2014/main" id="{86275137-F793-4F78-92C5-EEBF13488B99}"/>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Permissão no tópico</a:t>
            </a:r>
          </a:p>
        </p:txBody>
      </p:sp>
      <p:sp>
        <p:nvSpPr>
          <p:cNvPr id="24" name="p79-341">
            <a:extLst xmlns:a="http://schemas.openxmlformats.org/drawingml/2006/main">
              <a:ext uri="{FF2B5EF4-FFF2-40B4-BE49-F238E27FC236}">
                <a16:creationId xmlns:a16="http://schemas.microsoft.com/office/drawing/2014/main" id="{B016B9DC-8B93-491E-9E7F-8CEECEDF0D87}"/>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ACL significa lista de controle de acesso. A regra padrão recusa acessos não concedidos.</a:t>
            </a:r>
          </a:p>
        </p:txBody>
      </p:sp>
      <p:sp>
        <p:nvSpPr>
          <p:cNvPr id="25" name="p79-342">
            <a:extLst xmlns:a="http://schemas.openxmlformats.org/drawingml/2006/main">
              <a:ext uri="{FF2B5EF4-FFF2-40B4-BE49-F238E27FC236}">
                <a16:creationId xmlns:a16="http://schemas.microsoft.com/office/drawing/2014/main" id="{624FD9C7-B384-4DE6-80CC-0C65F406B158}"/>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343">
            <a:extLst xmlns:a="http://schemas.openxmlformats.org/drawingml/2006/main">
              <a:ext uri="{FF2B5EF4-FFF2-40B4-BE49-F238E27FC236}">
                <a16:creationId xmlns:a16="http://schemas.microsoft.com/office/drawing/2014/main" id="{43149499-BD86-457F-972F-570A24F33E2C}"/>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344">
            <a:extLst xmlns:a="http://schemas.openxmlformats.org/drawingml/2006/main">
              <a:ext uri="{FF2B5EF4-FFF2-40B4-BE49-F238E27FC236}">
                <a16:creationId xmlns:a16="http://schemas.microsoft.com/office/drawing/2014/main" id="{B5DD9821-7B88-4B43-BE4D-9D8424AEE21D}"/>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19</a:t>
            </a:r>
          </a:p>
        </p:txBody>
      </p:sp>
    </p:spTree>
    <p:extLst>
      <p:ext uri="{BB962C8B-B14F-4D97-AF65-F5344CB8AC3E}">
        <p14:creationId xmlns:p14="http://schemas.microsoft.com/office/powerpoint/2010/main" val="1031347776"/>
      </p:ext>
    </p:extLst>
  </p:cSld>
</p:sld>
</file>

<file path=ppt/slides/slide2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4A72BE7E-3059-413D-984E-242EC3231A55}"/>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434E124F-C420-44AE-8075-221D40A1C3DA}"/>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9625FA27-216E-42EA-949D-4F2D12A0C9D6}"/>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8D2F7086-8DFA-448B-AB95-4E090A8B35F1}"/>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345">
            <a:extLst xmlns:a="http://schemas.openxmlformats.org/drawingml/2006/main">
              <a:ext uri="{FF2B5EF4-FFF2-40B4-BE49-F238E27FC236}">
                <a16:creationId xmlns:a16="http://schemas.microsoft.com/office/drawing/2014/main" id="{716C0BB8-F1DD-4908-AB8B-F77875FFD52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346">
            <a:extLst xmlns:a="http://schemas.openxmlformats.org/drawingml/2006/main">
              <a:ext uri="{FF2B5EF4-FFF2-40B4-BE49-F238E27FC236}">
                <a16:creationId xmlns:a16="http://schemas.microsoft.com/office/drawing/2014/main" id="{E1FAAC64-9435-4161-B965-6B525C088DCB}"/>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2 — Construir os componentes de infraestrutura</a:t>
            </a:r>
          </a:p>
        </p:txBody>
      </p:sp>
      <p:sp>
        <p:nvSpPr>
          <p:cNvPr id="3" name="p79-347">
            <a:extLst xmlns:a="http://schemas.openxmlformats.org/drawingml/2006/main">
              <a:ext uri="{FF2B5EF4-FFF2-40B4-BE49-F238E27FC236}">
                <a16:creationId xmlns:a16="http://schemas.microsoft.com/office/drawing/2014/main" id="{27DFD7E7-2061-4100-AE51-471FA6F2C992}"/>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5 — Transporte e concorrência, R05</a:t>
            </a:r>
          </a:p>
        </p:txBody>
      </p:sp>
      <p:sp>
        <p:nvSpPr>
          <p:cNvPr id="4" name="p79-348">
            <a:extLst xmlns:a="http://schemas.openxmlformats.org/drawingml/2006/main">
              <a:ext uri="{FF2B5EF4-FFF2-40B4-BE49-F238E27FC236}">
                <a16:creationId xmlns:a16="http://schemas.microsoft.com/office/drawing/2014/main" id="{66ECB200-F73F-4401-BF8D-441378C97B00}"/>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Conexões TCP e proteção TLS</a:t>
            </a:r>
          </a:p>
        </p:txBody>
      </p:sp>
      <p:sp>
        <p:nvSpPr>
          <p:cNvPr id="5" name="p79-349">
            <a:extLst xmlns:a="http://schemas.openxmlformats.org/drawingml/2006/main">
              <a:ext uri="{FF2B5EF4-FFF2-40B4-BE49-F238E27FC236}">
                <a16:creationId xmlns:a16="http://schemas.microsoft.com/office/drawing/2014/main" id="{B90C81F7-4DB0-4F45-8270-70E565DF0520}"/>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350">
            <a:extLst xmlns:a="http://schemas.openxmlformats.org/drawingml/2006/main">
              <a:ext uri="{FF2B5EF4-FFF2-40B4-BE49-F238E27FC236}">
                <a16:creationId xmlns:a16="http://schemas.microsoft.com/office/drawing/2014/main" id="{E5B9299E-C7FB-4CEF-9D32-4CE1DC1C258D}"/>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351">
            <a:extLst xmlns:a="http://schemas.openxmlformats.org/drawingml/2006/main">
              <a:ext uri="{FF2B5EF4-FFF2-40B4-BE49-F238E27FC236}">
                <a16:creationId xmlns:a16="http://schemas.microsoft.com/office/drawing/2014/main" id="{620BFDBD-7D6B-44B4-AECA-0624658A9B29}"/>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Cliente</a:t>
            </a:r>
          </a:p>
        </p:txBody>
      </p:sp>
      <p:sp>
        <p:nvSpPr>
          <p:cNvPr id="8" name="p79-352">
            <a:extLst xmlns:a="http://schemas.openxmlformats.org/drawingml/2006/main">
              <a:ext uri="{FF2B5EF4-FFF2-40B4-BE49-F238E27FC236}">
                <a16:creationId xmlns:a16="http://schemas.microsoft.com/office/drawing/2014/main" id="{EB514603-B9E7-4880-827B-932AB83A8A0B}"/>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353">
            <a:extLst xmlns:a="http://schemas.openxmlformats.org/drawingml/2006/main">
              <a:ext uri="{FF2B5EF4-FFF2-40B4-BE49-F238E27FC236}">
                <a16:creationId xmlns:a16="http://schemas.microsoft.com/office/drawing/2014/main" id="{30431862-6492-48CA-B431-3705E99123C0}"/>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354">
            <a:extLst xmlns:a="http://schemas.openxmlformats.org/drawingml/2006/main">
              <a:ext uri="{FF2B5EF4-FFF2-40B4-BE49-F238E27FC236}">
                <a16:creationId xmlns:a16="http://schemas.microsoft.com/office/drawing/2014/main" id="{12CB897B-26C4-47E0-A3FB-60C40F754B6C}"/>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Socket TCP</a:t>
            </a:r>
          </a:p>
        </p:txBody>
      </p:sp>
      <p:sp>
        <p:nvSpPr>
          <p:cNvPr id="11" name="p79-355">
            <a:extLst xmlns:a="http://schemas.openxmlformats.org/drawingml/2006/main">
              <a:ext uri="{FF2B5EF4-FFF2-40B4-BE49-F238E27FC236}">
                <a16:creationId xmlns:a16="http://schemas.microsoft.com/office/drawing/2014/main" id="{C931BBFE-54D7-4788-8810-78F257C1F027}"/>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356">
            <a:extLst xmlns:a="http://schemas.openxmlformats.org/drawingml/2006/main">
              <a:ext uri="{FF2B5EF4-FFF2-40B4-BE49-F238E27FC236}">
                <a16:creationId xmlns:a16="http://schemas.microsoft.com/office/drawing/2014/main" id="{EB496166-DC2E-4A75-8AAB-B942A2025732}"/>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357">
            <a:extLst xmlns:a="http://schemas.openxmlformats.org/drawingml/2006/main">
              <a:ext uri="{FF2B5EF4-FFF2-40B4-BE49-F238E27FC236}">
                <a16:creationId xmlns:a16="http://schemas.microsoft.com/office/drawing/2014/main" id="{FE50246C-15A7-485A-821A-FE5736CCBD9B}"/>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TLS quando habilitado</a:t>
            </a:r>
          </a:p>
        </p:txBody>
      </p:sp>
      <p:sp>
        <p:nvSpPr>
          <p:cNvPr id="14" name="p79-358">
            <a:extLst xmlns:a="http://schemas.openxmlformats.org/drawingml/2006/main">
              <a:ext uri="{FF2B5EF4-FFF2-40B4-BE49-F238E27FC236}">
                <a16:creationId xmlns:a16="http://schemas.microsoft.com/office/drawing/2014/main" id="{E8540CE9-19B2-499D-94AA-20F9A04F15A2}"/>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359">
            <a:extLst xmlns:a="http://schemas.openxmlformats.org/drawingml/2006/main">
              <a:ext uri="{FF2B5EF4-FFF2-40B4-BE49-F238E27FC236}">
                <a16:creationId xmlns:a16="http://schemas.microsoft.com/office/drawing/2014/main" id="{E10F5E7D-51DE-4280-BE0B-F6EFE7725C06}"/>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360">
            <a:extLst xmlns:a="http://schemas.openxmlformats.org/drawingml/2006/main">
              <a:ext uri="{FF2B5EF4-FFF2-40B4-BE49-F238E27FC236}">
                <a16:creationId xmlns:a16="http://schemas.microsoft.com/office/drawing/2014/main" id="{6C42ABB0-E7AF-4D3C-B33E-6077A790908F}"/>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Tarefa de conexão</a:t>
            </a:r>
          </a:p>
        </p:txBody>
      </p:sp>
      <p:sp>
        <p:nvSpPr>
          <p:cNvPr id="17" name="p79-361">
            <a:extLst xmlns:a="http://schemas.openxmlformats.org/drawingml/2006/main">
              <a:ext uri="{FF2B5EF4-FFF2-40B4-BE49-F238E27FC236}">
                <a16:creationId xmlns:a16="http://schemas.microsoft.com/office/drawing/2014/main" id="{CD1E0AFC-3C88-47C7-AFF4-EFB0719076D0}"/>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362">
            <a:extLst xmlns:a="http://schemas.openxmlformats.org/drawingml/2006/main">
              <a:ext uri="{FF2B5EF4-FFF2-40B4-BE49-F238E27FC236}">
                <a16:creationId xmlns:a16="http://schemas.microsoft.com/office/drawing/2014/main" id="{16E62EE7-6B13-41E6-8710-C43619600A13}"/>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363">
            <a:extLst xmlns:a="http://schemas.openxmlformats.org/drawingml/2006/main">
              <a:ext uri="{FF2B5EF4-FFF2-40B4-BE49-F238E27FC236}">
                <a16:creationId xmlns:a16="http://schemas.microsoft.com/office/drawing/2014/main" id="{5C104C66-4641-4EDD-A032-663C8046FBDE}"/>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Handler MQTT</a:t>
            </a:r>
          </a:p>
        </p:txBody>
      </p:sp>
      <p:sp>
        <p:nvSpPr>
          <p:cNvPr id="24" name="p79-364">
            <a:extLst xmlns:a="http://schemas.openxmlformats.org/drawingml/2006/main">
              <a:ext uri="{FF2B5EF4-FFF2-40B4-BE49-F238E27FC236}">
                <a16:creationId xmlns:a16="http://schemas.microsoft.com/office/drawing/2014/main" id="{781EB1D4-9507-40DC-B70B-3F142C801C93}"/>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Socket é uma extremidade de comunicação. TLS protege o canal.</a:t>
            </a:r>
          </a:p>
        </p:txBody>
      </p:sp>
      <p:sp>
        <p:nvSpPr>
          <p:cNvPr id="25" name="p79-365">
            <a:extLst xmlns:a="http://schemas.openxmlformats.org/drawingml/2006/main">
              <a:ext uri="{FF2B5EF4-FFF2-40B4-BE49-F238E27FC236}">
                <a16:creationId xmlns:a16="http://schemas.microsoft.com/office/drawing/2014/main" id="{B1CBA84A-D995-400E-B6D8-1B0522DD46B7}"/>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366">
            <a:extLst xmlns:a="http://schemas.openxmlformats.org/drawingml/2006/main">
              <a:ext uri="{FF2B5EF4-FFF2-40B4-BE49-F238E27FC236}">
                <a16:creationId xmlns:a16="http://schemas.microsoft.com/office/drawing/2014/main" id="{03440147-19D2-4BA1-B4EE-00F373787F6A}"/>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367">
            <a:extLst xmlns:a="http://schemas.openxmlformats.org/drawingml/2006/main">
              <a:ext uri="{FF2B5EF4-FFF2-40B4-BE49-F238E27FC236}">
                <a16:creationId xmlns:a16="http://schemas.microsoft.com/office/drawing/2014/main" id="{1589B399-A565-4E4B-BE21-C7284254689A}"/>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20</a:t>
            </a:r>
          </a:p>
        </p:txBody>
      </p:sp>
    </p:spTree>
    <p:extLst>
      <p:ext uri="{BB962C8B-B14F-4D97-AF65-F5344CB8AC3E}">
        <p14:creationId xmlns:p14="http://schemas.microsoft.com/office/powerpoint/2010/main" val="321022543"/>
      </p:ext>
    </p:extLst>
  </p:cSld>
</p:sld>
</file>

<file path=ppt/slides/slide2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8AB69674-F045-49D8-AB77-6C2D4711A64C}"/>
              </a:ext>
            </a:extLst>
          </p:cNvPr>
          <p:cNvCxnSpPr>
            <a:stCxn xmlns:a="http://schemas.openxmlformats.org/drawingml/2006/main" id="11" idx="3"/>
            <a:endCxn xmlns:a="http://schemas.openxmlformats.org/drawingml/2006/main" id="14" idx="1"/>
          </p:cNvCxnSpPr>
          <p:nvPr/>
        </p:nvCxnSpPr>
        <p:spPr>
          <a:xfrm xmlns:a="http://schemas.openxmlformats.org/drawingml/2006/main">
            <a:off x="87439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8" name="">
            <a:extLst xmlns:a="http://schemas.openxmlformats.org/drawingml/2006/main">
              <a:ext uri="{FF2B5EF4-FFF2-40B4-BE49-F238E27FC236}">
                <a16:creationId xmlns:a16="http://schemas.microsoft.com/office/drawing/2014/main" id="{AFBE5A1C-83ED-4795-A966-2504FBE7E529}"/>
              </a:ext>
            </a:extLst>
          </p:cNvPr>
          <p:cNvCxnSpPr>
            <a:stCxn xmlns:a="http://schemas.openxmlformats.org/drawingml/2006/main" id="8" idx="3"/>
            <a:endCxn xmlns:a="http://schemas.openxmlformats.org/drawingml/2006/main" id="11" idx="1"/>
          </p:cNvCxnSpPr>
          <p:nvPr/>
        </p:nvCxnSpPr>
        <p:spPr>
          <a:xfrm xmlns:a="http://schemas.openxmlformats.org/drawingml/2006/main">
            <a:off x="59817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7" name="">
            <a:extLst xmlns:a="http://schemas.openxmlformats.org/drawingml/2006/main">
              <a:ext uri="{FF2B5EF4-FFF2-40B4-BE49-F238E27FC236}">
                <a16:creationId xmlns:a16="http://schemas.microsoft.com/office/drawing/2014/main" id="{5DBD2D70-0C5D-491D-A058-8A04656F5B42}"/>
              </a:ext>
            </a:extLst>
          </p:cNvPr>
          <p:cNvCxnSpPr>
            <a:stCxn xmlns:a="http://schemas.openxmlformats.org/drawingml/2006/main" id="5" idx="3"/>
            <a:endCxn xmlns:a="http://schemas.openxmlformats.org/drawingml/2006/main" id="8" idx="1"/>
          </p:cNvCxnSpPr>
          <p:nvPr/>
        </p:nvCxnSpPr>
        <p:spPr>
          <a:xfrm xmlns:a="http://schemas.openxmlformats.org/drawingml/2006/main">
            <a:off x="321945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4" name="p79-368">
            <a:extLst xmlns:a="http://schemas.openxmlformats.org/drawingml/2006/main">
              <a:ext uri="{FF2B5EF4-FFF2-40B4-BE49-F238E27FC236}">
                <a16:creationId xmlns:a16="http://schemas.microsoft.com/office/drawing/2014/main" id="{FF80E56E-2AFE-4207-8A63-44C6AD5AA7B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369">
            <a:extLst xmlns:a="http://schemas.openxmlformats.org/drawingml/2006/main">
              <a:ext uri="{FF2B5EF4-FFF2-40B4-BE49-F238E27FC236}">
                <a16:creationId xmlns:a16="http://schemas.microsoft.com/office/drawing/2014/main" id="{208A4339-A314-4E43-AE0D-558C630E910D}"/>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3 — Construir o núcleo MQTT, R06</a:t>
            </a:r>
          </a:p>
        </p:txBody>
      </p:sp>
      <p:sp>
        <p:nvSpPr>
          <p:cNvPr id="3" name="p79-370">
            <a:extLst xmlns:a="http://schemas.openxmlformats.org/drawingml/2006/main">
              <a:ext uri="{FF2B5EF4-FFF2-40B4-BE49-F238E27FC236}">
                <a16:creationId xmlns:a16="http://schemas.microsoft.com/office/drawing/2014/main" id="{E60D6DE8-599C-41FA-8237-01112D126DE2}"/>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Aulas 6 a 9</a:t>
            </a:r>
          </a:p>
        </p:txBody>
      </p:sp>
      <p:sp>
        <p:nvSpPr>
          <p:cNvPr id="4" name="p79-371">
            <a:extLst xmlns:a="http://schemas.openxmlformats.org/drawingml/2006/main">
              <a:ext uri="{FF2B5EF4-FFF2-40B4-BE49-F238E27FC236}">
                <a16:creationId xmlns:a16="http://schemas.microsoft.com/office/drawing/2014/main" id="{F5729D2C-AA1A-46DE-BA84-87AFEB633588}"/>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Quatro arquivos formam o núcleo MQTT</a:t>
            </a:r>
          </a:p>
        </p:txBody>
      </p:sp>
      <p:sp>
        <p:nvSpPr>
          <p:cNvPr id="5" name="p79-372">
            <a:extLst xmlns:a="http://schemas.openxmlformats.org/drawingml/2006/main">
              <a:ext uri="{FF2B5EF4-FFF2-40B4-BE49-F238E27FC236}">
                <a16:creationId xmlns:a16="http://schemas.microsoft.com/office/drawing/2014/main" id="{334A3A87-E30E-4017-B15E-F79BF5B41760}"/>
              </a:ext>
            </a:extLst>
          </p:cNvPr>
          <p:cNvSpPr>
            <a:spLocks xmlns:a="http://schemas.openxmlformats.org/drawingml/2006/main" noGrp="1"/>
          </p:cNvSpPr>
          <p:nvPr/>
        </p:nvSpPr>
        <p:spPr>
          <a:xfrm xmlns:a="http://schemas.openxmlformats.org/drawingml/2006/main">
            <a:off x="6858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373">
            <a:extLst xmlns:a="http://schemas.openxmlformats.org/drawingml/2006/main">
              <a:ext uri="{FF2B5EF4-FFF2-40B4-BE49-F238E27FC236}">
                <a16:creationId xmlns:a16="http://schemas.microsoft.com/office/drawing/2014/main" id="{E593F7EB-5B2D-408D-895A-27E0C2EED2B1}"/>
              </a:ext>
            </a:extLst>
          </p:cNvPr>
          <p:cNvSpPr>
            <a:spLocks xmlns:a="http://schemas.openxmlformats.org/drawingml/2006/main" noGrp="1"/>
          </p:cNvSpPr>
          <p:nvPr/>
        </p:nvSpPr>
        <p:spPr>
          <a:xfrm xmlns:a="http://schemas.openxmlformats.org/drawingml/2006/main">
            <a:off x="8191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374">
            <a:extLst xmlns:a="http://schemas.openxmlformats.org/drawingml/2006/main">
              <a:ext uri="{FF2B5EF4-FFF2-40B4-BE49-F238E27FC236}">
                <a16:creationId xmlns:a16="http://schemas.microsoft.com/office/drawing/2014/main" id="{68D6898C-F6CB-4418-A0B6-632949780C47}"/>
              </a:ext>
            </a:extLst>
          </p:cNvPr>
          <p:cNvSpPr>
            <a:spLocks xmlns:a="http://schemas.openxmlformats.org/drawingml/2006/main" noGrp="1"/>
          </p:cNvSpPr>
          <p:nvPr/>
        </p:nvSpPr>
        <p:spPr>
          <a:xfrm xmlns:a="http://schemas.openxmlformats.org/drawingml/2006/main">
            <a:off x="8191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codec.rs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Bytes e pacotes</a:t>
            </a:r>
          </a:p>
        </p:txBody>
      </p:sp>
      <p:sp>
        <p:nvSpPr>
          <p:cNvPr id="8" name="p79-375">
            <a:extLst xmlns:a="http://schemas.openxmlformats.org/drawingml/2006/main">
              <a:ext uri="{FF2B5EF4-FFF2-40B4-BE49-F238E27FC236}">
                <a16:creationId xmlns:a16="http://schemas.microsoft.com/office/drawing/2014/main" id="{08EA5995-8E4D-4D2F-85BC-368D4780D3F0}"/>
              </a:ext>
            </a:extLst>
          </p:cNvPr>
          <p:cNvSpPr>
            <a:spLocks xmlns:a="http://schemas.openxmlformats.org/drawingml/2006/main" noGrp="1"/>
          </p:cNvSpPr>
          <p:nvPr/>
        </p:nvSpPr>
        <p:spPr>
          <a:xfrm xmlns:a="http://schemas.openxmlformats.org/drawingml/2006/main">
            <a:off x="34480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376">
            <a:extLst xmlns:a="http://schemas.openxmlformats.org/drawingml/2006/main">
              <a:ext uri="{FF2B5EF4-FFF2-40B4-BE49-F238E27FC236}">
                <a16:creationId xmlns:a16="http://schemas.microsoft.com/office/drawing/2014/main" id="{F97EB61F-F96C-46A0-B1D9-CC1D4E7A7C8B}"/>
              </a:ext>
            </a:extLst>
          </p:cNvPr>
          <p:cNvSpPr>
            <a:spLocks xmlns:a="http://schemas.openxmlformats.org/drawingml/2006/main" noGrp="1"/>
          </p:cNvSpPr>
          <p:nvPr/>
        </p:nvSpPr>
        <p:spPr>
          <a:xfrm xmlns:a="http://schemas.openxmlformats.org/drawingml/2006/main">
            <a:off x="35814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377">
            <a:extLst xmlns:a="http://schemas.openxmlformats.org/drawingml/2006/main">
              <a:ext uri="{FF2B5EF4-FFF2-40B4-BE49-F238E27FC236}">
                <a16:creationId xmlns:a16="http://schemas.microsoft.com/office/drawing/2014/main" id="{0715A041-A409-4CBB-9C45-ECCC35E00F93}"/>
              </a:ext>
            </a:extLst>
          </p:cNvPr>
          <p:cNvSpPr>
            <a:spLocks xmlns:a="http://schemas.openxmlformats.org/drawingml/2006/main" noGrp="1"/>
          </p:cNvSpPr>
          <p:nvPr/>
        </p:nvSpPr>
        <p:spPr>
          <a:xfrm xmlns:a="http://schemas.openxmlformats.org/drawingml/2006/main">
            <a:off x="35814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store.rs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Estado</a:t>
            </a:r>
          </a:p>
        </p:txBody>
      </p:sp>
      <p:sp>
        <p:nvSpPr>
          <p:cNvPr id="11" name="p79-378">
            <a:extLst xmlns:a="http://schemas.openxmlformats.org/drawingml/2006/main">
              <a:ext uri="{FF2B5EF4-FFF2-40B4-BE49-F238E27FC236}">
                <a16:creationId xmlns:a16="http://schemas.microsoft.com/office/drawing/2014/main" id="{88F11FFE-C05B-4E09-95FB-4EDDC0B4FEFE}"/>
              </a:ext>
            </a:extLst>
          </p:cNvPr>
          <p:cNvSpPr>
            <a:spLocks xmlns:a="http://schemas.openxmlformats.org/drawingml/2006/main" noGrp="1"/>
          </p:cNvSpPr>
          <p:nvPr/>
        </p:nvSpPr>
        <p:spPr>
          <a:xfrm xmlns:a="http://schemas.openxmlformats.org/drawingml/2006/main">
            <a:off x="6210300" y="2667000"/>
            <a:ext cx="253365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379">
            <a:extLst xmlns:a="http://schemas.openxmlformats.org/drawingml/2006/main">
              <a:ext uri="{FF2B5EF4-FFF2-40B4-BE49-F238E27FC236}">
                <a16:creationId xmlns:a16="http://schemas.microsoft.com/office/drawing/2014/main" id="{63112D7B-E2BB-4ACD-869B-F1496B29284C}"/>
              </a:ext>
            </a:extLst>
          </p:cNvPr>
          <p:cNvSpPr>
            <a:spLocks xmlns:a="http://schemas.openxmlformats.org/drawingml/2006/main" noGrp="1"/>
          </p:cNvSpPr>
          <p:nvPr/>
        </p:nvSpPr>
        <p:spPr>
          <a:xfrm xmlns:a="http://schemas.openxmlformats.org/drawingml/2006/main">
            <a:off x="634365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380">
            <a:extLst xmlns:a="http://schemas.openxmlformats.org/drawingml/2006/main">
              <a:ext uri="{FF2B5EF4-FFF2-40B4-BE49-F238E27FC236}">
                <a16:creationId xmlns:a16="http://schemas.microsoft.com/office/drawing/2014/main" id="{C04C68A4-EEBB-4E50-A04D-CC858D0C4567}"/>
              </a:ext>
            </a:extLst>
          </p:cNvPr>
          <p:cNvSpPr>
            <a:spLocks xmlns:a="http://schemas.openxmlformats.org/drawingml/2006/main" noGrp="1"/>
          </p:cNvSpPr>
          <p:nvPr/>
        </p:nvSpPr>
        <p:spPr>
          <a:xfrm xmlns:a="http://schemas.openxmlformats.org/drawingml/2006/main">
            <a:off x="634365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router.rs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Decisões</a:t>
            </a:r>
          </a:p>
        </p:txBody>
      </p:sp>
      <p:sp>
        <p:nvSpPr>
          <p:cNvPr id="14" name="p79-381">
            <a:extLst xmlns:a="http://schemas.openxmlformats.org/drawingml/2006/main">
              <a:ext uri="{FF2B5EF4-FFF2-40B4-BE49-F238E27FC236}">
                <a16:creationId xmlns:a16="http://schemas.microsoft.com/office/drawing/2014/main" id="{0018F45E-8D82-45EA-8612-24C6CB261E97}"/>
              </a:ext>
            </a:extLst>
          </p:cNvPr>
          <p:cNvSpPr>
            <a:spLocks xmlns:a="http://schemas.openxmlformats.org/drawingml/2006/main" noGrp="1"/>
          </p:cNvSpPr>
          <p:nvPr/>
        </p:nvSpPr>
        <p:spPr>
          <a:xfrm xmlns:a="http://schemas.openxmlformats.org/drawingml/2006/main">
            <a:off x="8972550" y="2667000"/>
            <a:ext cx="253365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382">
            <a:extLst xmlns:a="http://schemas.openxmlformats.org/drawingml/2006/main">
              <a:ext uri="{FF2B5EF4-FFF2-40B4-BE49-F238E27FC236}">
                <a16:creationId xmlns:a16="http://schemas.microsoft.com/office/drawing/2014/main" id="{0D282248-22E9-40FB-A139-C3E8CF4BCF62}"/>
              </a:ext>
            </a:extLst>
          </p:cNvPr>
          <p:cNvSpPr>
            <a:spLocks xmlns:a="http://schemas.openxmlformats.org/drawingml/2006/main" noGrp="1"/>
          </p:cNvSpPr>
          <p:nvPr/>
        </p:nvSpPr>
        <p:spPr>
          <a:xfrm xmlns:a="http://schemas.openxmlformats.org/drawingml/2006/main">
            <a:off x="9105900" y="2857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383">
            <a:extLst xmlns:a="http://schemas.openxmlformats.org/drawingml/2006/main">
              <a:ext uri="{FF2B5EF4-FFF2-40B4-BE49-F238E27FC236}">
                <a16:creationId xmlns:a16="http://schemas.microsoft.com/office/drawing/2014/main" id="{0D391965-DCA3-4E69-8415-6231A7FBFCAD}"/>
              </a:ext>
            </a:extLst>
          </p:cNvPr>
          <p:cNvSpPr>
            <a:spLocks xmlns:a="http://schemas.openxmlformats.org/drawingml/2006/main" noGrp="1"/>
          </p:cNvSpPr>
          <p:nvPr/>
        </p:nvSpPr>
        <p:spPr>
          <a:xfrm xmlns:a="http://schemas.openxmlformats.org/drawingml/2006/main">
            <a:off x="9105900" y="3276600"/>
            <a:ext cx="2266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mod.rs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Conexão</a:t>
            </a:r>
          </a:p>
        </p:txBody>
      </p:sp>
      <p:sp>
        <p:nvSpPr>
          <p:cNvPr id="20" name="p79-384">
            <a:extLst xmlns:a="http://schemas.openxmlformats.org/drawingml/2006/main">
              <a:ext uri="{FF2B5EF4-FFF2-40B4-BE49-F238E27FC236}">
                <a16:creationId xmlns:a16="http://schemas.microsoft.com/office/drawing/2014/main" id="{CC781913-0E41-4517-8F21-F90AF0EB1820}"/>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O checkpoint R06 integra esses arquivos e o lib.rs final</a:t>
            </a:r>
          </a:p>
        </p:txBody>
      </p:sp>
      <p:sp>
        <p:nvSpPr>
          <p:cNvPr id="21" name="p79-385">
            <a:extLst xmlns:a="http://schemas.openxmlformats.org/drawingml/2006/main">
              <a:ext uri="{FF2B5EF4-FFF2-40B4-BE49-F238E27FC236}">
                <a16:creationId xmlns:a16="http://schemas.microsoft.com/office/drawing/2014/main" id="{10AC2CC8-B202-419C-B971-F7B7750024DC}"/>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2" name="p79-386">
            <a:extLst xmlns:a="http://schemas.openxmlformats.org/drawingml/2006/main">
              <a:ext uri="{FF2B5EF4-FFF2-40B4-BE49-F238E27FC236}">
                <a16:creationId xmlns:a16="http://schemas.microsoft.com/office/drawing/2014/main" id="{F3889987-C1CD-4EC1-A156-A1476114188A}"/>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3" name="p79-387">
            <a:extLst xmlns:a="http://schemas.openxmlformats.org/drawingml/2006/main">
              <a:ext uri="{FF2B5EF4-FFF2-40B4-BE49-F238E27FC236}">
                <a16:creationId xmlns:a16="http://schemas.microsoft.com/office/drawing/2014/main" id="{6B4106E8-EB59-443E-9EE4-7F6C53EA4CC4}"/>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21</a:t>
            </a:r>
          </a:p>
        </p:txBody>
      </p:sp>
    </p:spTree>
    <p:extLst>
      <p:ext uri="{BB962C8B-B14F-4D97-AF65-F5344CB8AC3E}">
        <p14:creationId xmlns:p14="http://schemas.microsoft.com/office/powerpoint/2010/main" val="1215623115"/>
      </p:ext>
    </p:extLst>
  </p:cSld>
</p:sld>
</file>

<file path=ppt/slides/slide2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CCA8651D-D78B-405F-A08E-57260DC600CE}"/>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3BD810B8-7A53-4C1D-88BA-04302AE7DA02}"/>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3096E9BF-8F74-4D6E-9444-F0E32D54EA27}"/>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48E434E7-B00F-4F1D-9F2A-9143B0B4D3C5}"/>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388">
            <a:extLst xmlns:a="http://schemas.openxmlformats.org/drawingml/2006/main">
              <a:ext uri="{FF2B5EF4-FFF2-40B4-BE49-F238E27FC236}">
                <a16:creationId xmlns:a16="http://schemas.microsoft.com/office/drawing/2014/main" id="{0E5B122A-3901-44D0-A3FB-3BC723851C8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389">
            <a:extLst xmlns:a="http://schemas.openxmlformats.org/drawingml/2006/main">
              <a:ext uri="{FF2B5EF4-FFF2-40B4-BE49-F238E27FC236}">
                <a16:creationId xmlns:a16="http://schemas.microsoft.com/office/drawing/2014/main" id="{3E0D1A6A-D445-4273-99A5-24ABF9FFD47D}"/>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3 — Construir o núcleo MQTT, R06</a:t>
            </a:r>
          </a:p>
        </p:txBody>
      </p:sp>
      <p:sp>
        <p:nvSpPr>
          <p:cNvPr id="3" name="p79-390">
            <a:extLst xmlns:a="http://schemas.openxmlformats.org/drawingml/2006/main">
              <a:ext uri="{FF2B5EF4-FFF2-40B4-BE49-F238E27FC236}">
                <a16:creationId xmlns:a16="http://schemas.microsoft.com/office/drawing/2014/main" id="{6FE79BAE-A179-442A-83E6-CC1A39BFBCEB}"/>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6 — Ler e produzir pacotes: codec.rs</a:t>
            </a:r>
          </a:p>
        </p:txBody>
      </p:sp>
      <p:sp>
        <p:nvSpPr>
          <p:cNvPr id="4" name="p79-391">
            <a:extLst xmlns:a="http://schemas.openxmlformats.org/drawingml/2006/main">
              <a:ext uri="{FF2B5EF4-FFF2-40B4-BE49-F238E27FC236}">
                <a16:creationId xmlns:a16="http://schemas.microsoft.com/office/drawing/2014/main" id="{D9F3DA3D-6BBA-47D5-AFFF-C5B97B982A01}"/>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codec transforma bytes em pacotes</a:t>
            </a:r>
          </a:p>
        </p:txBody>
      </p:sp>
      <p:sp>
        <p:nvSpPr>
          <p:cNvPr id="5" name="p79-392">
            <a:extLst xmlns:a="http://schemas.openxmlformats.org/drawingml/2006/main">
              <a:ext uri="{FF2B5EF4-FFF2-40B4-BE49-F238E27FC236}">
                <a16:creationId xmlns:a16="http://schemas.microsoft.com/office/drawing/2014/main" id="{8521D32D-018E-4388-A308-0B3B32126A29}"/>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393">
            <a:extLst xmlns:a="http://schemas.openxmlformats.org/drawingml/2006/main">
              <a:ext uri="{FF2B5EF4-FFF2-40B4-BE49-F238E27FC236}">
                <a16:creationId xmlns:a16="http://schemas.microsoft.com/office/drawing/2014/main" id="{272A3EF5-BC58-4F9A-A6A7-0008EF3B7FF7}"/>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394">
            <a:extLst xmlns:a="http://schemas.openxmlformats.org/drawingml/2006/main">
              <a:ext uri="{FF2B5EF4-FFF2-40B4-BE49-F238E27FC236}">
                <a16:creationId xmlns:a16="http://schemas.microsoft.com/office/drawing/2014/main" id="{318CE8F3-E92B-4973-B73A-333D5BCCB25F}"/>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Bytes da rede</a:t>
            </a:r>
          </a:p>
        </p:txBody>
      </p:sp>
      <p:sp>
        <p:nvSpPr>
          <p:cNvPr id="8" name="p79-395">
            <a:extLst xmlns:a="http://schemas.openxmlformats.org/drawingml/2006/main">
              <a:ext uri="{FF2B5EF4-FFF2-40B4-BE49-F238E27FC236}">
                <a16:creationId xmlns:a16="http://schemas.microsoft.com/office/drawing/2014/main" id="{41AAD557-4BA7-4E16-AD3F-A0944076D14E}"/>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396">
            <a:extLst xmlns:a="http://schemas.openxmlformats.org/drawingml/2006/main">
              <a:ext uri="{FF2B5EF4-FFF2-40B4-BE49-F238E27FC236}">
                <a16:creationId xmlns:a16="http://schemas.microsoft.com/office/drawing/2014/main" id="{35A80905-4298-4D0C-899D-1D9E4C72721A}"/>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397">
            <a:extLst xmlns:a="http://schemas.openxmlformats.org/drawingml/2006/main">
              <a:ext uri="{FF2B5EF4-FFF2-40B4-BE49-F238E27FC236}">
                <a16:creationId xmlns:a16="http://schemas.microsoft.com/office/drawing/2014/main" id="{B2B01E36-C6CE-4E5E-BC94-E881344ABC80}"/>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Comprimento e flags</a:t>
            </a:r>
          </a:p>
        </p:txBody>
      </p:sp>
      <p:sp>
        <p:nvSpPr>
          <p:cNvPr id="11" name="p79-398">
            <a:extLst xmlns:a="http://schemas.openxmlformats.org/drawingml/2006/main">
              <a:ext uri="{FF2B5EF4-FFF2-40B4-BE49-F238E27FC236}">
                <a16:creationId xmlns:a16="http://schemas.microsoft.com/office/drawing/2014/main" id="{A41AD703-CC07-41A0-B118-C49B78362946}"/>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399">
            <a:extLst xmlns:a="http://schemas.openxmlformats.org/drawingml/2006/main">
              <a:ext uri="{FF2B5EF4-FFF2-40B4-BE49-F238E27FC236}">
                <a16:creationId xmlns:a16="http://schemas.microsoft.com/office/drawing/2014/main" id="{2647A786-7126-4A57-996B-A555102AB71F}"/>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400">
            <a:extLst xmlns:a="http://schemas.openxmlformats.org/drawingml/2006/main">
              <a:ext uri="{FF2B5EF4-FFF2-40B4-BE49-F238E27FC236}">
                <a16:creationId xmlns:a16="http://schemas.microsoft.com/office/drawing/2014/main" id="{90FF7761-FA0B-4C1C-AD62-C385243CEC45}"/>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Validação do pacote</a:t>
            </a:r>
          </a:p>
        </p:txBody>
      </p:sp>
      <p:sp>
        <p:nvSpPr>
          <p:cNvPr id="14" name="p79-401">
            <a:extLst xmlns:a="http://schemas.openxmlformats.org/drawingml/2006/main">
              <a:ext uri="{FF2B5EF4-FFF2-40B4-BE49-F238E27FC236}">
                <a16:creationId xmlns:a16="http://schemas.microsoft.com/office/drawing/2014/main" id="{26EAA186-F9DE-4DE3-A873-3384DE6EAEC3}"/>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402">
            <a:extLst xmlns:a="http://schemas.openxmlformats.org/drawingml/2006/main">
              <a:ext uri="{FF2B5EF4-FFF2-40B4-BE49-F238E27FC236}">
                <a16:creationId xmlns:a16="http://schemas.microsoft.com/office/drawing/2014/main" id="{8239C20E-A020-48F5-B318-51B6CF6CFA9E}"/>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403">
            <a:extLst xmlns:a="http://schemas.openxmlformats.org/drawingml/2006/main">
              <a:ext uri="{FF2B5EF4-FFF2-40B4-BE49-F238E27FC236}">
                <a16:creationId xmlns:a16="http://schemas.microsoft.com/office/drawing/2014/main" id="{97080048-8B28-477E-97EB-7415CC37247F}"/>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Tipo Rust</a:t>
            </a:r>
          </a:p>
        </p:txBody>
      </p:sp>
      <p:sp>
        <p:nvSpPr>
          <p:cNvPr id="17" name="p79-404">
            <a:extLst xmlns:a="http://schemas.openxmlformats.org/drawingml/2006/main">
              <a:ext uri="{FF2B5EF4-FFF2-40B4-BE49-F238E27FC236}">
                <a16:creationId xmlns:a16="http://schemas.microsoft.com/office/drawing/2014/main" id="{67593144-DAA5-4A95-B566-DE2F657D5F9A}"/>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405">
            <a:extLst xmlns:a="http://schemas.openxmlformats.org/drawingml/2006/main">
              <a:ext uri="{FF2B5EF4-FFF2-40B4-BE49-F238E27FC236}">
                <a16:creationId xmlns:a16="http://schemas.microsoft.com/office/drawing/2014/main" id="{151F6589-B8CF-4F33-BFC5-7F312FA558DF}"/>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406">
            <a:extLst xmlns:a="http://schemas.openxmlformats.org/drawingml/2006/main">
              <a:ext uri="{FF2B5EF4-FFF2-40B4-BE49-F238E27FC236}">
                <a16:creationId xmlns:a16="http://schemas.microsoft.com/office/drawing/2014/main" id="{F9F30DE5-3F4C-466A-90D6-AD59BCAC1F32}"/>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Bytes de resposta</a:t>
            </a:r>
          </a:p>
        </p:txBody>
      </p:sp>
      <p:sp>
        <p:nvSpPr>
          <p:cNvPr id="24" name="p79-407">
            <a:extLst xmlns:a="http://schemas.openxmlformats.org/drawingml/2006/main">
              <a:ext uri="{FF2B5EF4-FFF2-40B4-BE49-F238E27FC236}">
                <a16:creationId xmlns:a16="http://schemas.microsoft.com/office/drawing/2014/main" id="{825BB70C-D5A1-49A3-8C8F-763863744072}"/>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Decodificar interpreta a entrada. Codificar produz a saída.</a:t>
            </a:r>
          </a:p>
        </p:txBody>
      </p:sp>
      <p:sp>
        <p:nvSpPr>
          <p:cNvPr id="25" name="p79-408">
            <a:extLst xmlns:a="http://schemas.openxmlformats.org/drawingml/2006/main">
              <a:ext uri="{FF2B5EF4-FFF2-40B4-BE49-F238E27FC236}">
                <a16:creationId xmlns:a16="http://schemas.microsoft.com/office/drawing/2014/main" id="{F8E9D368-0D63-46AD-9361-B751E3ABF767}"/>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409">
            <a:extLst xmlns:a="http://schemas.openxmlformats.org/drawingml/2006/main">
              <a:ext uri="{FF2B5EF4-FFF2-40B4-BE49-F238E27FC236}">
                <a16:creationId xmlns:a16="http://schemas.microsoft.com/office/drawing/2014/main" id="{B4344708-A89E-4EC0-8F2A-2C9A59A465F7}"/>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410">
            <a:extLst xmlns:a="http://schemas.openxmlformats.org/drawingml/2006/main">
              <a:ext uri="{FF2B5EF4-FFF2-40B4-BE49-F238E27FC236}">
                <a16:creationId xmlns:a16="http://schemas.microsoft.com/office/drawing/2014/main" id="{7C48E089-DDC9-4B19-9D22-95BB0CC1C2CC}"/>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22</a:t>
            </a:r>
          </a:p>
        </p:txBody>
      </p:sp>
    </p:spTree>
    <p:extLst>
      <p:ext uri="{BB962C8B-B14F-4D97-AF65-F5344CB8AC3E}">
        <p14:creationId xmlns:p14="http://schemas.microsoft.com/office/powerpoint/2010/main" val="1417300253"/>
      </p:ext>
    </p:extLst>
  </p:cSld>
</p:sld>
</file>

<file path=ppt/slides/slide2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53A2E2B4-3F0E-42E5-9626-CF38737F8634}"/>
              </a:ext>
            </a:extLst>
          </p:cNvPr>
          <p:cNvCxnSpPr>
            <a:stCxn xmlns:a="http://schemas.openxmlformats.org/drawingml/2006/main" id="5" idx="2"/>
            <a:endCxn xmlns:a="http://schemas.openxmlformats.org/drawingml/2006/main" id="19" idx="0"/>
          </p:cNvCxnSpPr>
          <p:nvPr/>
        </p:nvCxnSpPr>
        <p:spPr>
          <a:xfrm xmlns:a="http://schemas.openxmlformats.org/drawingml/2006/main">
            <a:off x="6096000" y="2809875"/>
            <a:ext cx="4411980" cy="714375"/>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8" name="">
            <a:extLst xmlns:a="http://schemas.openxmlformats.org/drawingml/2006/main">
              <a:ext uri="{FF2B5EF4-FFF2-40B4-BE49-F238E27FC236}">
                <a16:creationId xmlns:a16="http://schemas.microsoft.com/office/drawing/2014/main" id="{2B48F09F-B2A5-47E9-888C-BC952C9147A6}"/>
              </a:ext>
            </a:extLst>
          </p:cNvPr>
          <p:cNvCxnSpPr>
            <a:stCxn xmlns:a="http://schemas.openxmlformats.org/drawingml/2006/main" id="5" idx="2"/>
            <a:endCxn xmlns:a="http://schemas.openxmlformats.org/drawingml/2006/main" id="16" idx="0"/>
          </p:cNvCxnSpPr>
          <p:nvPr/>
        </p:nvCxnSpPr>
        <p:spPr>
          <a:xfrm xmlns:a="http://schemas.openxmlformats.org/drawingml/2006/main">
            <a:off x="6096000" y="2809875"/>
            <a:ext cx="2205990" cy="714375"/>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5" name="">
            <a:extLst xmlns:a="http://schemas.openxmlformats.org/drawingml/2006/main">
              <a:ext uri="{FF2B5EF4-FFF2-40B4-BE49-F238E27FC236}">
                <a16:creationId xmlns:a16="http://schemas.microsoft.com/office/drawing/2014/main" id="{5C8DE015-F3F1-44C2-83F3-37885DFD9C66}"/>
              </a:ext>
            </a:extLst>
          </p:cNvPr>
          <p:cNvCxnSpPr>
            <a:stCxn xmlns:a="http://schemas.openxmlformats.org/drawingml/2006/main" id="5" idx="2"/>
            <a:endCxn xmlns:a="http://schemas.openxmlformats.org/drawingml/2006/main" id="13" idx="0"/>
          </p:cNvCxnSpPr>
          <p:nvPr/>
        </p:nvCxnSpPr>
        <p:spPr>
          <a:xfrm xmlns:a="http://schemas.openxmlformats.org/drawingml/2006/main">
            <a:off x="6096000" y="2809875"/>
            <a:ext cx="0" cy="714375"/>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2" name="">
            <a:extLst xmlns:a="http://schemas.openxmlformats.org/drawingml/2006/main">
              <a:ext uri="{FF2B5EF4-FFF2-40B4-BE49-F238E27FC236}">
                <a16:creationId xmlns:a16="http://schemas.microsoft.com/office/drawing/2014/main" id="{F2312E7E-6FD5-4904-86C3-0B6B67506A9E}"/>
              </a:ext>
            </a:extLst>
          </p:cNvPr>
          <p:cNvCxnSpPr>
            <a:stCxn xmlns:a="http://schemas.openxmlformats.org/drawingml/2006/main" id="5" idx="2"/>
            <a:endCxn xmlns:a="http://schemas.openxmlformats.org/drawingml/2006/main" id="10" idx="0"/>
          </p:cNvCxnSpPr>
          <p:nvPr/>
        </p:nvCxnSpPr>
        <p:spPr>
          <a:xfrm xmlns:a="http://schemas.openxmlformats.org/drawingml/2006/main" flipH="1">
            <a:off x="3890010" y="2809875"/>
            <a:ext cx="2205990" cy="714375"/>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9" name="">
            <a:extLst xmlns:a="http://schemas.openxmlformats.org/drawingml/2006/main">
              <a:ext uri="{FF2B5EF4-FFF2-40B4-BE49-F238E27FC236}">
                <a16:creationId xmlns:a16="http://schemas.microsoft.com/office/drawing/2014/main" id="{9503DBFF-E14D-45D8-BFF4-1DBC17897991}"/>
              </a:ext>
            </a:extLst>
          </p:cNvPr>
          <p:cNvCxnSpPr>
            <a:stCxn xmlns:a="http://schemas.openxmlformats.org/drawingml/2006/main" id="5" idx="2"/>
            <a:endCxn xmlns:a="http://schemas.openxmlformats.org/drawingml/2006/main" id="7" idx="0"/>
          </p:cNvCxnSpPr>
          <p:nvPr/>
        </p:nvCxnSpPr>
        <p:spPr>
          <a:xfrm xmlns:a="http://schemas.openxmlformats.org/drawingml/2006/main" flipH="1">
            <a:off x="1684020" y="2809875"/>
            <a:ext cx="4411980" cy="714375"/>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6" name="p79-411">
            <a:extLst xmlns:a="http://schemas.openxmlformats.org/drawingml/2006/main">
              <a:ext uri="{FF2B5EF4-FFF2-40B4-BE49-F238E27FC236}">
                <a16:creationId xmlns:a16="http://schemas.microsoft.com/office/drawing/2014/main" id="{8C458909-84A7-4FDF-A80B-FE9EBCE68FF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412">
            <a:extLst xmlns:a="http://schemas.openxmlformats.org/drawingml/2006/main">
              <a:ext uri="{FF2B5EF4-FFF2-40B4-BE49-F238E27FC236}">
                <a16:creationId xmlns:a16="http://schemas.microsoft.com/office/drawing/2014/main" id="{F44F702A-4813-49B4-AE7B-BCE94179048D}"/>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3 — Construir o núcleo MQTT, R06</a:t>
            </a:r>
          </a:p>
        </p:txBody>
      </p:sp>
      <p:sp>
        <p:nvSpPr>
          <p:cNvPr id="3" name="p79-413">
            <a:extLst xmlns:a="http://schemas.openxmlformats.org/drawingml/2006/main">
              <a:ext uri="{FF2B5EF4-FFF2-40B4-BE49-F238E27FC236}">
                <a16:creationId xmlns:a16="http://schemas.microsoft.com/office/drawing/2014/main" id="{E7E39314-A39B-49D6-B4D2-C12F5187A617}"/>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7 — Estado MQTT: store.rs</a:t>
            </a:r>
          </a:p>
        </p:txBody>
      </p:sp>
      <p:sp>
        <p:nvSpPr>
          <p:cNvPr id="4" name="p79-414">
            <a:extLst xmlns:a="http://schemas.openxmlformats.org/drawingml/2006/main">
              <a:ext uri="{FF2B5EF4-FFF2-40B4-BE49-F238E27FC236}">
                <a16:creationId xmlns:a16="http://schemas.microsoft.com/office/drawing/2014/main" id="{D47C88A1-A895-4307-B2B3-417003AEC65A}"/>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Sessões e mensagens mantêm estado</a:t>
            </a:r>
          </a:p>
        </p:txBody>
      </p:sp>
      <p:sp>
        <p:nvSpPr>
          <p:cNvPr id="5" name="p79-415">
            <a:extLst xmlns:a="http://schemas.openxmlformats.org/drawingml/2006/main">
              <a:ext uri="{FF2B5EF4-FFF2-40B4-BE49-F238E27FC236}">
                <a16:creationId xmlns:a16="http://schemas.microsoft.com/office/drawing/2014/main" id="{21F7A774-AA58-41D8-9B12-84357C436713}"/>
              </a:ext>
            </a:extLst>
          </p:cNvPr>
          <p:cNvSpPr>
            <a:spLocks xmlns:a="http://schemas.openxmlformats.org/drawingml/2006/main" noGrp="1"/>
          </p:cNvSpPr>
          <p:nvPr/>
        </p:nvSpPr>
        <p:spPr>
          <a:xfrm xmlns:a="http://schemas.openxmlformats.org/drawingml/2006/main">
            <a:off x="4191000" y="1952625"/>
            <a:ext cx="3810000" cy="857250"/>
          </a:xfrm>
          <a:prstGeom xmlns:a="http://schemas.openxmlformats.org/drawingml/2006/main" prst="roundRect">
            <a:avLst>
              <a:gd name="adj" fmla="val 8889"/>
            </a:avLst>
          </a:prstGeom>
          <a:solidFill xmlns:a="http://schemas.openxmlformats.org/drawingml/2006/main">
            <a:srgbClr val="102B43"/>
          </a:solidFill>
          <a:ln xmlns:a="http://schemas.openxmlformats.org/drawingml/2006/main" w="0">
            <a:noFill/>
            <a:prstDash val="solid"/>
          </a:ln>
        </p:spPr>
      </p:sp>
      <p:sp>
        <p:nvSpPr>
          <p:cNvPr id="6" name="p79-416">
            <a:extLst xmlns:a="http://schemas.openxmlformats.org/drawingml/2006/main">
              <a:ext uri="{FF2B5EF4-FFF2-40B4-BE49-F238E27FC236}">
                <a16:creationId xmlns:a16="http://schemas.microsoft.com/office/drawing/2014/main" id="{AADB6E5F-D92F-4CE0-9C1E-70E4D4D5C05A}"/>
              </a:ext>
            </a:extLst>
          </p:cNvPr>
          <p:cNvSpPr>
            <a:spLocks xmlns:a="http://schemas.openxmlformats.org/drawingml/2006/main" noGrp="1"/>
          </p:cNvSpPr>
          <p:nvPr/>
        </p:nvSpPr>
        <p:spPr>
          <a:xfrm xmlns:a="http://schemas.openxmlformats.org/drawingml/2006/main">
            <a:off x="4381500" y="2181225"/>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FFFFFF"/>
                </a:solidFill>
                <a:latin typeface="Arial"/>
                <a:ea typeface="Arial"/>
                <a:cs typeface="Arial"/>
              </a:defRPr>
            </a:def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Estado MQTT</a:t>
            </a:r>
          </a:p>
        </p:txBody>
      </p:sp>
      <p:sp>
        <p:nvSpPr>
          <p:cNvPr id="7" name="p79-417">
            <a:extLst xmlns:a="http://schemas.openxmlformats.org/drawingml/2006/main">
              <a:ext uri="{FF2B5EF4-FFF2-40B4-BE49-F238E27FC236}">
                <a16:creationId xmlns:a16="http://schemas.microsoft.com/office/drawing/2014/main" id="{5B5FDD43-EC29-4CA5-8ADA-C9D008D3FBD3}"/>
              </a:ext>
            </a:extLst>
          </p:cNvPr>
          <p:cNvSpPr>
            <a:spLocks xmlns:a="http://schemas.openxmlformats.org/drawingml/2006/main" noGrp="1"/>
          </p:cNvSpPr>
          <p:nvPr/>
        </p:nvSpPr>
        <p:spPr>
          <a:xfrm xmlns:a="http://schemas.openxmlformats.org/drawingml/2006/main">
            <a:off x="685800" y="3524250"/>
            <a:ext cx="199644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8" name="p79-418">
            <a:extLst xmlns:a="http://schemas.openxmlformats.org/drawingml/2006/main">
              <a:ext uri="{FF2B5EF4-FFF2-40B4-BE49-F238E27FC236}">
                <a16:creationId xmlns:a16="http://schemas.microsoft.com/office/drawing/2014/main" id="{A6A25882-6F09-449F-B28C-FB2BF02E4E4F}"/>
              </a:ext>
            </a:extLst>
          </p:cNvPr>
          <p:cNvSpPr>
            <a:spLocks xmlns:a="http://schemas.openxmlformats.org/drawingml/2006/main" noGrp="1"/>
          </p:cNvSpPr>
          <p:nvPr/>
        </p:nvSpPr>
        <p:spPr>
          <a:xfrm xmlns:a="http://schemas.openxmlformats.org/drawingml/2006/main">
            <a:off x="819150" y="3790950"/>
            <a:ext cx="172974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Sessão do cliente</a:t>
            </a:r>
          </a:p>
        </p:txBody>
      </p:sp>
      <p:sp>
        <p:nvSpPr>
          <p:cNvPr id="10" name="p79-419">
            <a:extLst xmlns:a="http://schemas.openxmlformats.org/drawingml/2006/main">
              <a:ext uri="{FF2B5EF4-FFF2-40B4-BE49-F238E27FC236}">
                <a16:creationId xmlns:a16="http://schemas.microsoft.com/office/drawing/2014/main" id="{B5C555FA-2BA9-437F-A8BC-2D7AC315EAA0}"/>
              </a:ext>
            </a:extLst>
          </p:cNvPr>
          <p:cNvSpPr>
            <a:spLocks xmlns:a="http://schemas.openxmlformats.org/drawingml/2006/main" noGrp="1"/>
          </p:cNvSpPr>
          <p:nvPr/>
        </p:nvSpPr>
        <p:spPr>
          <a:xfrm xmlns:a="http://schemas.openxmlformats.org/drawingml/2006/main">
            <a:off x="2891790" y="3524250"/>
            <a:ext cx="199644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11" name="p79-420">
            <a:extLst xmlns:a="http://schemas.openxmlformats.org/drawingml/2006/main">
              <a:ext uri="{FF2B5EF4-FFF2-40B4-BE49-F238E27FC236}">
                <a16:creationId xmlns:a16="http://schemas.microsoft.com/office/drawing/2014/main" id="{FAF7BE21-1B38-4563-888C-728D950985F8}"/>
              </a:ext>
            </a:extLst>
          </p:cNvPr>
          <p:cNvSpPr>
            <a:spLocks xmlns:a="http://schemas.openxmlformats.org/drawingml/2006/main" noGrp="1"/>
          </p:cNvSpPr>
          <p:nvPr/>
        </p:nvSpPr>
        <p:spPr>
          <a:xfrm xmlns:a="http://schemas.openxmlformats.org/drawingml/2006/main">
            <a:off x="3025140" y="3790950"/>
            <a:ext cx="172974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Assinaturas</a:t>
            </a:r>
          </a:p>
        </p:txBody>
      </p:sp>
      <p:sp>
        <p:nvSpPr>
          <p:cNvPr id="13" name="p79-421">
            <a:extLst xmlns:a="http://schemas.openxmlformats.org/drawingml/2006/main">
              <a:ext uri="{FF2B5EF4-FFF2-40B4-BE49-F238E27FC236}">
                <a16:creationId xmlns:a16="http://schemas.microsoft.com/office/drawing/2014/main" id="{DD1DFC89-4259-422E-919F-CB46CDC28413}"/>
              </a:ext>
            </a:extLst>
          </p:cNvPr>
          <p:cNvSpPr>
            <a:spLocks xmlns:a="http://schemas.openxmlformats.org/drawingml/2006/main" noGrp="1"/>
          </p:cNvSpPr>
          <p:nvPr/>
        </p:nvSpPr>
        <p:spPr>
          <a:xfrm xmlns:a="http://schemas.openxmlformats.org/drawingml/2006/main">
            <a:off x="5097780" y="3524250"/>
            <a:ext cx="199644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14" name="p79-422">
            <a:extLst xmlns:a="http://schemas.openxmlformats.org/drawingml/2006/main">
              <a:ext uri="{FF2B5EF4-FFF2-40B4-BE49-F238E27FC236}">
                <a16:creationId xmlns:a16="http://schemas.microsoft.com/office/drawing/2014/main" id="{DAE7FC10-0448-4215-A084-2F48982DB668}"/>
              </a:ext>
            </a:extLst>
          </p:cNvPr>
          <p:cNvSpPr>
            <a:spLocks xmlns:a="http://schemas.openxmlformats.org/drawingml/2006/main" noGrp="1"/>
          </p:cNvSpPr>
          <p:nvPr/>
        </p:nvSpPr>
        <p:spPr>
          <a:xfrm xmlns:a="http://schemas.openxmlformats.org/drawingml/2006/main">
            <a:off x="5231130" y="3790950"/>
            <a:ext cx="172974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Retained / offline</a:t>
            </a:r>
          </a:p>
        </p:txBody>
      </p:sp>
      <p:sp>
        <p:nvSpPr>
          <p:cNvPr id="16" name="p79-423">
            <a:extLst xmlns:a="http://schemas.openxmlformats.org/drawingml/2006/main">
              <a:ext uri="{FF2B5EF4-FFF2-40B4-BE49-F238E27FC236}">
                <a16:creationId xmlns:a16="http://schemas.microsoft.com/office/drawing/2014/main" id="{563CB3D9-2E2F-4C4A-9ADC-2FC6E9770833}"/>
              </a:ext>
            </a:extLst>
          </p:cNvPr>
          <p:cNvSpPr>
            <a:spLocks xmlns:a="http://schemas.openxmlformats.org/drawingml/2006/main" noGrp="1"/>
          </p:cNvSpPr>
          <p:nvPr/>
        </p:nvSpPr>
        <p:spPr>
          <a:xfrm xmlns:a="http://schemas.openxmlformats.org/drawingml/2006/main">
            <a:off x="7303770" y="3524250"/>
            <a:ext cx="199644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17" name="p79-424">
            <a:extLst xmlns:a="http://schemas.openxmlformats.org/drawingml/2006/main">
              <a:ext uri="{FF2B5EF4-FFF2-40B4-BE49-F238E27FC236}">
                <a16:creationId xmlns:a16="http://schemas.microsoft.com/office/drawing/2014/main" id="{4EDA7A3F-78D2-48F8-8B25-65A330D0BB87}"/>
              </a:ext>
            </a:extLst>
          </p:cNvPr>
          <p:cNvSpPr>
            <a:spLocks xmlns:a="http://schemas.openxmlformats.org/drawingml/2006/main" noGrp="1"/>
          </p:cNvSpPr>
          <p:nvPr/>
        </p:nvSpPr>
        <p:spPr>
          <a:xfrm xmlns:a="http://schemas.openxmlformats.org/drawingml/2006/main">
            <a:off x="7437120" y="3790950"/>
            <a:ext cx="172974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Operações em andamento</a:t>
            </a:r>
          </a:p>
        </p:txBody>
      </p:sp>
      <p:sp>
        <p:nvSpPr>
          <p:cNvPr id="19" name="p79-425">
            <a:extLst xmlns:a="http://schemas.openxmlformats.org/drawingml/2006/main">
              <a:ext uri="{FF2B5EF4-FFF2-40B4-BE49-F238E27FC236}">
                <a16:creationId xmlns:a16="http://schemas.microsoft.com/office/drawing/2014/main" id="{F812C1B5-DDA9-4465-B895-B7F9B64E6ECE}"/>
              </a:ext>
            </a:extLst>
          </p:cNvPr>
          <p:cNvSpPr>
            <a:spLocks xmlns:a="http://schemas.openxmlformats.org/drawingml/2006/main" noGrp="1"/>
          </p:cNvSpPr>
          <p:nvPr/>
        </p:nvSpPr>
        <p:spPr>
          <a:xfrm xmlns:a="http://schemas.openxmlformats.org/drawingml/2006/main">
            <a:off x="9509760" y="3524250"/>
            <a:ext cx="1996440" cy="1333500"/>
          </a:xfrm>
          <a:prstGeom xmlns:a="http://schemas.openxmlformats.org/drawingml/2006/main" prst="roundRect">
            <a:avLst>
              <a:gd name="adj" fmla="val 5714"/>
            </a:avLst>
          </a:prstGeom>
          <a:solidFill xmlns:a="http://schemas.openxmlformats.org/drawingml/2006/main">
            <a:srgbClr val="E4EDF5"/>
          </a:solidFill>
          <a:ln xmlns:a="http://schemas.openxmlformats.org/drawingml/2006/main" w="0">
            <a:noFill/>
            <a:prstDash val="solid"/>
          </a:ln>
        </p:spPr>
      </p:sp>
      <p:sp>
        <p:nvSpPr>
          <p:cNvPr id="20" name="p79-426">
            <a:extLst xmlns:a="http://schemas.openxmlformats.org/drawingml/2006/main">
              <a:ext uri="{FF2B5EF4-FFF2-40B4-BE49-F238E27FC236}">
                <a16:creationId xmlns:a16="http://schemas.microsoft.com/office/drawing/2014/main" id="{40F05CC2-D61F-4D35-9029-1E3AA7454148}"/>
              </a:ext>
            </a:extLst>
          </p:cNvPr>
          <p:cNvSpPr>
            <a:spLocks xmlns:a="http://schemas.openxmlformats.org/drawingml/2006/main" noGrp="1"/>
          </p:cNvSpPr>
          <p:nvPr/>
        </p:nvSpPr>
        <p:spPr>
          <a:xfrm xmlns:a="http://schemas.openxmlformats.org/drawingml/2006/main">
            <a:off x="9643110" y="3790950"/>
            <a:ext cx="172974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02B43"/>
                </a:solidFill>
                <a:latin typeface="Arial"/>
                <a:ea typeface="Arial"/>
                <a:cs typeface="Arial"/>
              </a:defRPr>
            </a:defPPr>
          </a:lstStyle>
          <a:p xmlns:a="http://schemas.openxmlformats.org/drawingml/2006/main">
            <a:pPr>
              <a:defRPr sz="1800" b="1">
                <a:solidFill>
                  <a:srgbClr val="102B43"/>
                </a:solidFill>
                <a:latin typeface="Arial"/>
                <a:ea typeface="Arial"/>
                <a:cs typeface="Arial"/>
              </a:defRPr>
            </a:pPr>
            <a:r>
              <a:rPr sz="1800" b="1">
                <a:solidFill>
                  <a:srgbClr val="102B43"/>
                </a:solidFill>
                <a:latin typeface="Arial"/>
                <a:ea typeface="Arial"/>
                <a:cs typeface="Arial"/>
              </a:rPr>
              <a:t>Estado persistido</a:t>
            </a:r>
          </a:p>
        </p:txBody>
      </p:sp>
      <p:sp>
        <p:nvSpPr>
          <p:cNvPr id="22" name="p79-427">
            <a:extLst xmlns:a="http://schemas.openxmlformats.org/drawingml/2006/main">
              <a:ext uri="{FF2B5EF4-FFF2-40B4-BE49-F238E27FC236}">
                <a16:creationId xmlns:a16="http://schemas.microsoft.com/office/drawing/2014/main" id="{A314CBA9-7934-44DC-9492-26EFE942BF04}"/>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Uma sessão reúne os dados necessários para acompanhar o cliente e suas entregas</a:t>
            </a:r>
          </a:p>
        </p:txBody>
      </p:sp>
      <p:sp>
        <p:nvSpPr>
          <p:cNvPr id="23" name="p79-428">
            <a:extLst xmlns:a="http://schemas.openxmlformats.org/drawingml/2006/main">
              <a:ext uri="{FF2B5EF4-FFF2-40B4-BE49-F238E27FC236}">
                <a16:creationId xmlns:a16="http://schemas.microsoft.com/office/drawing/2014/main" id="{AA9C26C8-715C-40C6-B3FD-CA76F94F6B11}"/>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4" name="p79-429">
            <a:extLst xmlns:a="http://schemas.openxmlformats.org/drawingml/2006/main">
              <a:ext uri="{FF2B5EF4-FFF2-40B4-BE49-F238E27FC236}">
                <a16:creationId xmlns:a16="http://schemas.microsoft.com/office/drawing/2014/main" id="{D04324CB-3BA4-4205-8B31-4945B78E53CD}"/>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5" name="p79-430">
            <a:extLst xmlns:a="http://schemas.openxmlformats.org/drawingml/2006/main">
              <a:ext uri="{FF2B5EF4-FFF2-40B4-BE49-F238E27FC236}">
                <a16:creationId xmlns:a16="http://schemas.microsoft.com/office/drawing/2014/main" id="{1B553F6A-7194-4381-A736-9E24D06767E6}"/>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23</a:t>
            </a:r>
          </a:p>
        </p:txBody>
      </p:sp>
    </p:spTree>
    <p:extLst>
      <p:ext uri="{BB962C8B-B14F-4D97-AF65-F5344CB8AC3E}">
        <p14:creationId xmlns:p14="http://schemas.microsoft.com/office/powerpoint/2010/main" val="63372351"/>
      </p:ext>
    </p:extLst>
  </p:cSld>
</p:sld>
</file>

<file path=ppt/slides/slide2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B336FC97-D367-4276-BCB2-52535A064024}"/>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A0071EEE-C784-4710-BC9D-F052D0CFD5D0}"/>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F0AB1688-EB92-4D63-8DAD-173A8F5DDF1E}"/>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45DF1D6F-1303-44FB-A538-E5310BE44A5B}"/>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431">
            <a:extLst xmlns:a="http://schemas.openxmlformats.org/drawingml/2006/main">
              <a:ext uri="{FF2B5EF4-FFF2-40B4-BE49-F238E27FC236}">
                <a16:creationId xmlns:a16="http://schemas.microsoft.com/office/drawing/2014/main" id="{90C689B2-23B5-4A2F-B7DE-6AAA6978511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432">
            <a:extLst xmlns:a="http://schemas.openxmlformats.org/drawingml/2006/main">
              <a:ext uri="{FF2B5EF4-FFF2-40B4-BE49-F238E27FC236}">
                <a16:creationId xmlns:a16="http://schemas.microsoft.com/office/drawing/2014/main" id="{77C49879-ADC5-45D4-8AA6-17746975360F}"/>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3 — Construir o núcleo MQTT, R06</a:t>
            </a:r>
          </a:p>
        </p:txBody>
      </p:sp>
      <p:sp>
        <p:nvSpPr>
          <p:cNvPr id="3" name="p79-433">
            <a:extLst xmlns:a="http://schemas.openxmlformats.org/drawingml/2006/main">
              <a:ext uri="{FF2B5EF4-FFF2-40B4-BE49-F238E27FC236}">
                <a16:creationId xmlns:a16="http://schemas.microsoft.com/office/drawing/2014/main" id="{126BA81B-CA85-40CB-9639-66B214B86F03}"/>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8 — Roteamento: router.rs</a:t>
            </a:r>
          </a:p>
        </p:txBody>
      </p:sp>
      <p:sp>
        <p:nvSpPr>
          <p:cNvPr id="4" name="p79-434">
            <a:extLst xmlns:a="http://schemas.openxmlformats.org/drawingml/2006/main">
              <a:ext uri="{FF2B5EF4-FFF2-40B4-BE49-F238E27FC236}">
                <a16:creationId xmlns:a16="http://schemas.microsoft.com/office/drawing/2014/main" id="{E244630C-B489-430B-81A2-A41FE46BC8C6}"/>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roteador decide quais clientes recebem</a:t>
            </a:r>
          </a:p>
        </p:txBody>
      </p:sp>
      <p:sp>
        <p:nvSpPr>
          <p:cNvPr id="5" name="p79-435">
            <a:extLst xmlns:a="http://schemas.openxmlformats.org/drawingml/2006/main">
              <a:ext uri="{FF2B5EF4-FFF2-40B4-BE49-F238E27FC236}">
                <a16:creationId xmlns:a16="http://schemas.microsoft.com/office/drawing/2014/main" id="{7DC287A1-4FD2-4FA0-8EA3-2DA11282DFFD}"/>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436">
            <a:extLst xmlns:a="http://schemas.openxmlformats.org/drawingml/2006/main">
              <a:ext uri="{FF2B5EF4-FFF2-40B4-BE49-F238E27FC236}">
                <a16:creationId xmlns:a16="http://schemas.microsoft.com/office/drawing/2014/main" id="{612731D2-2DBE-4FC7-B9E7-F203C1EE3825}"/>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437">
            <a:extLst xmlns:a="http://schemas.openxmlformats.org/drawingml/2006/main">
              <a:ext uri="{FF2B5EF4-FFF2-40B4-BE49-F238E27FC236}">
                <a16:creationId xmlns:a16="http://schemas.microsoft.com/office/drawing/2014/main" id="{3EF112B2-C4A1-4A4E-AB28-34C143CFD1A6}"/>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Publicação</a:t>
            </a:r>
          </a:p>
        </p:txBody>
      </p:sp>
      <p:sp>
        <p:nvSpPr>
          <p:cNvPr id="8" name="p79-438">
            <a:extLst xmlns:a="http://schemas.openxmlformats.org/drawingml/2006/main">
              <a:ext uri="{FF2B5EF4-FFF2-40B4-BE49-F238E27FC236}">
                <a16:creationId xmlns:a16="http://schemas.microsoft.com/office/drawing/2014/main" id="{1F23F3A1-E0F4-46E4-86BA-75C8D0EEDD41}"/>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439">
            <a:extLst xmlns:a="http://schemas.openxmlformats.org/drawingml/2006/main">
              <a:ext uri="{FF2B5EF4-FFF2-40B4-BE49-F238E27FC236}">
                <a16:creationId xmlns:a16="http://schemas.microsoft.com/office/drawing/2014/main" id="{2406250B-9999-4C47-80EC-FEBAC117BD75}"/>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440">
            <a:extLst xmlns:a="http://schemas.openxmlformats.org/drawingml/2006/main">
              <a:ext uri="{FF2B5EF4-FFF2-40B4-BE49-F238E27FC236}">
                <a16:creationId xmlns:a16="http://schemas.microsoft.com/office/drawing/2014/main" id="{BE0DA2D6-C10B-447E-8B4C-62FE0F773688}"/>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Checagem de permissão</a:t>
            </a:r>
          </a:p>
        </p:txBody>
      </p:sp>
      <p:sp>
        <p:nvSpPr>
          <p:cNvPr id="11" name="p79-441">
            <a:extLst xmlns:a="http://schemas.openxmlformats.org/drawingml/2006/main">
              <a:ext uri="{FF2B5EF4-FFF2-40B4-BE49-F238E27FC236}">
                <a16:creationId xmlns:a16="http://schemas.microsoft.com/office/drawing/2014/main" id="{A69486E3-D3CB-481D-AB0A-8E2550362692}"/>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442">
            <a:extLst xmlns:a="http://schemas.openxmlformats.org/drawingml/2006/main">
              <a:ext uri="{FF2B5EF4-FFF2-40B4-BE49-F238E27FC236}">
                <a16:creationId xmlns:a16="http://schemas.microsoft.com/office/drawing/2014/main" id="{2FA3DEC3-F5BC-45B3-AEB8-1ED84C971F1F}"/>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443">
            <a:extLst xmlns:a="http://schemas.openxmlformats.org/drawingml/2006/main">
              <a:ext uri="{FF2B5EF4-FFF2-40B4-BE49-F238E27FC236}">
                <a16:creationId xmlns:a16="http://schemas.microsoft.com/office/drawing/2014/main" id="{71D040E6-BD06-4CF5-A501-63B3D21E89D7}"/>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Busca de assinantes</a:t>
            </a:r>
          </a:p>
        </p:txBody>
      </p:sp>
      <p:sp>
        <p:nvSpPr>
          <p:cNvPr id="14" name="p79-444">
            <a:extLst xmlns:a="http://schemas.openxmlformats.org/drawingml/2006/main">
              <a:ext uri="{FF2B5EF4-FFF2-40B4-BE49-F238E27FC236}">
                <a16:creationId xmlns:a16="http://schemas.microsoft.com/office/drawing/2014/main" id="{4383E456-B143-4C9F-8ACF-C8E0B970574B}"/>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445">
            <a:extLst xmlns:a="http://schemas.openxmlformats.org/drawingml/2006/main">
              <a:ext uri="{FF2B5EF4-FFF2-40B4-BE49-F238E27FC236}">
                <a16:creationId xmlns:a16="http://schemas.microsoft.com/office/drawing/2014/main" id="{360B457F-4305-4917-852F-874F4A8B9221}"/>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446">
            <a:extLst xmlns:a="http://schemas.openxmlformats.org/drawingml/2006/main">
              <a:ext uri="{FF2B5EF4-FFF2-40B4-BE49-F238E27FC236}">
                <a16:creationId xmlns:a16="http://schemas.microsoft.com/office/drawing/2014/main" id="{34FAF89A-2106-4583-A330-B4E81CF3B115}"/>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Transição durável</a:t>
            </a:r>
          </a:p>
        </p:txBody>
      </p:sp>
      <p:sp>
        <p:nvSpPr>
          <p:cNvPr id="17" name="p79-447">
            <a:extLst xmlns:a="http://schemas.openxmlformats.org/drawingml/2006/main">
              <a:ext uri="{FF2B5EF4-FFF2-40B4-BE49-F238E27FC236}">
                <a16:creationId xmlns:a16="http://schemas.microsoft.com/office/drawing/2014/main" id="{BBDB1508-F33B-43E0-AC11-6A57D78441DB}"/>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448">
            <a:extLst xmlns:a="http://schemas.openxmlformats.org/drawingml/2006/main">
              <a:ext uri="{FF2B5EF4-FFF2-40B4-BE49-F238E27FC236}">
                <a16:creationId xmlns:a16="http://schemas.microsoft.com/office/drawing/2014/main" id="{5FA9ABFD-E09B-4BEA-AEBC-9FAD5B3DB5A3}"/>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449">
            <a:extLst xmlns:a="http://schemas.openxmlformats.org/drawingml/2006/main">
              <a:ext uri="{FF2B5EF4-FFF2-40B4-BE49-F238E27FC236}">
                <a16:creationId xmlns:a16="http://schemas.microsoft.com/office/drawing/2014/main" id="{CF11129C-AD8E-4180-A8CF-5683D8200982}"/>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Entrega / confirmação</a:t>
            </a:r>
          </a:p>
        </p:txBody>
      </p:sp>
      <p:sp>
        <p:nvSpPr>
          <p:cNvPr id="24" name="p79-450">
            <a:extLst xmlns:a="http://schemas.openxmlformats.org/drawingml/2006/main">
              <a:ext uri="{FF2B5EF4-FFF2-40B4-BE49-F238E27FC236}">
                <a16:creationId xmlns:a16="http://schemas.microsoft.com/office/drawing/2014/main" id="{02444103-1605-437C-BB42-DA63007A770E}"/>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Confirmar uma mensagem exige respeitar a responsabilidade prevista pelo protocolo</a:t>
            </a:r>
          </a:p>
        </p:txBody>
      </p:sp>
      <p:sp>
        <p:nvSpPr>
          <p:cNvPr id="25" name="p79-451">
            <a:extLst xmlns:a="http://schemas.openxmlformats.org/drawingml/2006/main">
              <a:ext uri="{FF2B5EF4-FFF2-40B4-BE49-F238E27FC236}">
                <a16:creationId xmlns:a16="http://schemas.microsoft.com/office/drawing/2014/main" id="{B557E07C-81EC-4685-94E0-C71D554E811F}"/>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452">
            <a:extLst xmlns:a="http://schemas.openxmlformats.org/drawingml/2006/main">
              <a:ext uri="{FF2B5EF4-FFF2-40B4-BE49-F238E27FC236}">
                <a16:creationId xmlns:a16="http://schemas.microsoft.com/office/drawing/2014/main" id="{A61A93C3-28AE-4306-8C26-B6062459B326}"/>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453">
            <a:extLst xmlns:a="http://schemas.openxmlformats.org/drawingml/2006/main">
              <a:ext uri="{FF2B5EF4-FFF2-40B4-BE49-F238E27FC236}">
                <a16:creationId xmlns:a16="http://schemas.microsoft.com/office/drawing/2014/main" id="{AE468D5D-1899-4D15-B863-B12DFAF2BBE8}"/>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24</a:t>
            </a:r>
          </a:p>
        </p:txBody>
      </p:sp>
    </p:spTree>
    <p:extLst>
      <p:ext uri="{BB962C8B-B14F-4D97-AF65-F5344CB8AC3E}">
        <p14:creationId xmlns:p14="http://schemas.microsoft.com/office/powerpoint/2010/main" val="1732741985"/>
      </p:ext>
    </p:extLst>
  </p:cSld>
</p:sld>
</file>

<file path=ppt/slides/slide2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0EA8AA6C-ADEC-4E03-8BCF-F5C38EB67E56}"/>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990BB461-1C41-46C0-AD4C-0F3E21955B0B}"/>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69F6C778-8C93-40EB-8DD2-48ACAD1E609E}"/>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F56FA5F0-2C27-4648-B474-DD8522BEA0DC}"/>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454">
            <a:extLst xmlns:a="http://schemas.openxmlformats.org/drawingml/2006/main">
              <a:ext uri="{FF2B5EF4-FFF2-40B4-BE49-F238E27FC236}">
                <a16:creationId xmlns:a16="http://schemas.microsoft.com/office/drawing/2014/main" id="{56478B7D-7693-4C43-9175-1382F6CE3B8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455">
            <a:extLst xmlns:a="http://schemas.openxmlformats.org/drawingml/2006/main">
              <a:ext uri="{FF2B5EF4-FFF2-40B4-BE49-F238E27FC236}">
                <a16:creationId xmlns:a16="http://schemas.microsoft.com/office/drawing/2014/main" id="{361FB8A9-45DF-4845-9252-12FA201CF44A}"/>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3 — Construir o núcleo MQTT, R06</a:t>
            </a:r>
          </a:p>
        </p:txBody>
      </p:sp>
      <p:sp>
        <p:nvSpPr>
          <p:cNvPr id="3" name="p79-456">
            <a:extLst xmlns:a="http://schemas.openxmlformats.org/drawingml/2006/main">
              <a:ext uri="{FF2B5EF4-FFF2-40B4-BE49-F238E27FC236}">
                <a16:creationId xmlns:a16="http://schemas.microsoft.com/office/drawing/2014/main" id="{19A09ACA-5501-4B6F-B5BA-15F1E633B32C}"/>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9 — Handler de conexão e biblioteca: mod.rs/lib.rs</a:t>
            </a:r>
          </a:p>
        </p:txBody>
      </p:sp>
      <p:sp>
        <p:nvSpPr>
          <p:cNvPr id="4" name="p79-457">
            <a:extLst xmlns:a="http://schemas.openxmlformats.org/drawingml/2006/main">
              <a:ext uri="{FF2B5EF4-FFF2-40B4-BE49-F238E27FC236}">
                <a16:creationId xmlns:a16="http://schemas.microsoft.com/office/drawing/2014/main" id="{1F66D7E5-9FA2-437A-A505-907A63679350}"/>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A conexão coordena o diálogo MQTT</a:t>
            </a:r>
          </a:p>
        </p:txBody>
      </p:sp>
      <p:sp>
        <p:nvSpPr>
          <p:cNvPr id="5" name="p79-458">
            <a:extLst xmlns:a="http://schemas.openxmlformats.org/drawingml/2006/main">
              <a:ext uri="{FF2B5EF4-FFF2-40B4-BE49-F238E27FC236}">
                <a16:creationId xmlns:a16="http://schemas.microsoft.com/office/drawing/2014/main" id="{525A1AF1-6A10-4BA8-BA6A-CA64BB0EE466}"/>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459">
            <a:extLst xmlns:a="http://schemas.openxmlformats.org/drawingml/2006/main">
              <a:ext uri="{FF2B5EF4-FFF2-40B4-BE49-F238E27FC236}">
                <a16:creationId xmlns:a16="http://schemas.microsoft.com/office/drawing/2014/main" id="{E1133D17-A5ED-4643-8644-5F257A8345FB}"/>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460">
            <a:extLst xmlns:a="http://schemas.openxmlformats.org/drawingml/2006/main">
              <a:ext uri="{FF2B5EF4-FFF2-40B4-BE49-F238E27FC236}">
                <a16:creationId xmlns:a16="http://schemas.microsoft.com/office/drawing/2014/main" id="{7916A6E1-FC20-4822-9584-9CC824FABAD0}"/>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CONNECT</a:t>
            </a:r>
          </a:p>
        </p:txBody>
      </p:sp>
      <p:sp>
        <p:nvSpPr>
          <p:cNvPr id="8" name="p79-461">
            <a:extLst xmlns:a="http://schemas.openxmlformats.org/drawingml/2006/main">
              <a:ext uri="{FF2B5EF4-FFF2-40B4-BE49-F238E27FC236}">
                <a16:creationId xmlns:a16="http://schemas.microsoft.com/office/drawing/2014/main" id="{EB674E23-B4E8-41F8-B6C3-5B5A40ED6881}"/>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462">
            <a:extLst xmlns:a="http://schemas.openxmlformats.org/drawingml/2006/main">
              <a:ext uri="{FF2B5EF4-FFF2-40B4-BE49-F238E27FC236}">
                <a16:creationId xmlns:a16="http://schemas.microsoft.com/office/drawing/2014/main" id="{AE5EE4F9-8F30-4E69-9925-E7E1BCC55F63}"/>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463">
            <a:extLst xmlns:a="http://schemas.openxmlformats.org/drawingml/2006/main">
              <a:ext uri="{FF2B5EF4-FFF2-40B4-BE49-F238E27FC236}">
                <a16:creationId xmlns:a16="http://schemas.microsoft.com/office/drawing/2014/main" id="{DF9F8CEB-C0D3-4C5D-A5F6-3CB584D7C225}"/>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Autenticação e sessão</a:t>
            </a:r>
          </a:p>
        </p:txBody>
      </p:sp>
      <p:sp>
        <p:nvSpPr>
          <p:cNvPr id="11" name="p79-464">
            <a:extLst xmlns:a="http://schemas.openxmlformats.org/drawingml/2006/main">
              <a:ext uri="{FF2B5EF4-FFF2-40B4-BE49-F238E27FC236}">
                <a16:creationId xmlns:a16="http://schemas.microsoft.com/office/drawing/2014/main" id="{7B9D3AEF-4597-470D-A6FC-67B68AC6D083}"/>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465">
            <a:extLst xmlns:a="http://schemas.openxmlformats.org/drawingml/2006/main">
              <a:ext uri="{FF2B5EF4-FFF2-40B4-BE49-F238E27FC236}">
                <a16:creationId xmlns:a16="http://schemas.microsoft.com/office/drawing/2014/main" id="{63E4B555-BC7D-499A-A06D-FA52F0FAD1EC}"/>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466">
            <a:extLst xmlns:a="http://schemas.openxmlformats.org/drawingml/2006/main">
              <a:ext uri="{FF2B5EF4-FFF2-40B4-BE49-F238E27FC236}">
                <a16:creationId xmlns:a16="http://schemas.microsoft.com/office/drawing/2014/main" id="{63BF43E9-2A8A-4E7D-A446-62BFED9B4756}"/>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Leitura de pacotes</a:t>
            </a:r>
          </a:p>
        </p:txBody>
      </p:sp>
      <p:sp>
        <p:nvSpPr>
          <p:cNvPr id="14" name="p79-467">
            <a:extLst xmlns:a="http://schemas.openxmlformats.org/drawingml/2006/main">
              <a:ext uri="{FF2B5EF4-FFF2-40B4-BE49-F238E27FC236}">
                <a16:creationId xmlns:a16="http://schemas.microsoft.com/office/drawing/2014/main" id="{BF3618C5-133E-47E2-A82F-B3D7E59359C1}"/>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468">
            <a:extLst xmlns:a="http://schemas.openxmlformats.org/drawingml/2006/main">
              <a:ext uri="{FF2B5EF4-FFF2-40B4-BE49-F238E27FC236}">
                <a16:creationId xmlns:a16="http://schemas.microsoft.com/office/drawing/2014/main" id="{FAB4DC15-4467-4D15-8666-5A125D70108A}"/>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469">
            <a:extLst xmlns:a="http://schemas.openxmlformats.org/drawingml/2006/main">
              <a:ext uri="{FF2B5EF4-FFF2-40B4-BE49-F238E27FC236}">
                <a16:creationId xmlns:a16="http://schemas.microsoft.com/office/drawing/2014/main" id="{5C555C8F-9BBE-4E69-B8E5-78C99BC14E30}"/>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Roteamento e respostas</a:t>
            </a:r>
          </a:p>
        </p:txBody>
      </p:sp>
      <p:sp>
        <p:nvSpPr>
          <p:cNvPr id="17" name="p79-470">
            <a:extLst xmlns:a="http://schemas.openxmlformats.org/drawingml/2006/main">
              <a:ext uri="{FF2B5EF4-FFF2-40B4-BE49-F238E27FC236}">
                <a16:creationId xmlns:a16="http://schemas.microsoft.com/office/drawing/2014/main" id="{64C6F4DB-7F56-48B4-8570-C7A33BB4CEFD}"/>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471">
            <a:extLst xmlns:a="http://schemas.openxmlformats.org/drawingml/2006/main">
              <a:ext uri="{FF2B5EF4-FFF2-40B4-BE49-F238E27FC236}">
                <a16:creationId xmlns:a16="http://schemas.microsoft.com/office/drawing/2014/main" id="{95F1A78A-2EF1-4C73-8D1E-D6F11F9AAD69}"/>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472">
            <a:extLst xmlns:a="http://schemas.openxmlformats.org/drawingml/2006/main">
              <a:ext uri="{FF2B5EF4-FFF2-40B4-BE49-F238E27FC236}">
                <a16:creationId xmlns:a16="http://schemas.microsoft.com/office/drawing/2014/main" id="{AF522869-3E1E-487D-BBA1-104F11081F71}"/>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Encerramento</a:t>
            </a:r>
          </a:p>
        </p:txBody>
      </p:sp>
      <p:sp>
        <p:nvSpPr>
          <p:cNvPr id="24" name="p79-473">
            <a:extLst xmlns:a="http://schemas.openxmlformats.org/drawingml/2006/main">
              <a:ext uri="{FF2B5EF4-FFF2-40B4-BE49-F238E27FC236}">
                <a16:creationId xmlns:a16="http://schemas.microsoft.com/office/drawing/2014/main" id="{8D9520C3-102F-4780-AB93-4BEC8F8CF0E8}"/>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O handler controla o diálogo. lib.rs expõe os módulos que os executáveis usam.</a:t>
            </a:r>
          </a:p>
        </p:txBody>
      </p:sp>
      <p:sp>
        <p:nvSpPr>
          <p:cNvPr id="25" name="p79-474">
            <a:extLst xmlns:a="http://schemas.openxmlformats.org/drawingml/2006/main">
              <a:ext uri="{FF2B5EF4-FFF2-40B4-BE49-F238E27FC236}">
                <a16:creationId xmlns:a16="http://schemas.microsoft.com/office/drawing/2014/main" id="{98C31959-83E8-4AE8-833A-A66E4ECCBBAA}"/>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475">
            <a:extLst xmlns:a="http://schemas.openxmlformats.org/drawingml/2006/main">
              <a:ext uri="{FF2B5EF4-FFF2-40B4-BE49-F238E27FC236}">
                <a16:creationId xmlns:a16="http://schemas.microsoft.com/office/drawing/2014/main" id="{AC0DB3AA-8041-476B-BA09-D612DCBFF31D}"/>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476">
            <a:extLst xmlns:a="http://schemas.openxmlformats.org/drawingml/2006/main">
              <a:ext uri="{FF2B5EF4-FFF2-40B4-BE49-F238E27FC236}">
                <a16:creationId xmlns:a16="http://schemas.microsoft.com/office/drawing/2014/main" id="{399590F6-C32B-49B9-9324-636D33598AC9}"/>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25</a:t>
            </a:r>
          </a:p>
        </p:txBody>
      </p:sp>
    </p:spTree>
    <p:extLst>
      <p:ext uri="{BB962C8B-B14F-4D97-AF65-F5344CB8AC3E}">
        <p14:creationId xmlns:p14="http://schemas.microsoft.com/office/powerpoint/2010/main" val="50738383"/>
      </p:ext>
    </p:extLst>
  </p:cSld>
</p:sld>
</file>

<file path=ppt/slides/slide2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E6FE40B7-583F-411C-8A4C-F0EC54790934}"/>
              </a:ext>
            </a:extLst>
          </p:cNvPr>
          <p:cNvCxnSpPr>
            <a:stCxn xmlns:a="http://schemas.openxmlformats.org/drawingml/2006/main" id="8" idx="3"/>
            <a:endCxn xmlns:a="http://schemas.openxmlformats.org/drawingml/2006/main" id="11" idx="1"/>
          </p:cNvCxnSpPr>
          <p:nvPr/>
        </p:nvCxnSpPr>
        <p:spPr>
          <a:xfrm xmlns:a="http://schemas.openxmlformats.org/drawingml/2006/main">
            <a:off x="7823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4" name="">
            <a:extLst xmlns:a="http://schemas.openxmlformats.org/drawingml/2006/main">
              <a:ext uri="{FF2B5EF4-FFF2-40B4-BE49-F238E27FC236}">
                <a16:creationId xmlns:a16="http://schemas.microsoft.com/office/drawing/2014/main" id="{0484A398-D5AC-424A-9F95-7C4ECD51457E}"/>
              </a:ext>
            </a:extLst>
          </p:cNvPr>
          <p:cNvCxnSpPr>
            <a:stCxn xmlns:a="http://schemas.openxmlformats.org/drawingml/2006/main" id="5" idx="3"/>
            <a:endCxn xmlns:a="http://schemas.openxmlformats.org/drawingml/2006/main" id="8" idx="1"/>
          </p:cNvCxnSpPr>
          <p:nvPr/>
        </p:nvCxnSpPr>
        <p:spPr>
          <a:xfrm xmlns:a="http://schemas.openxmlformats.org/drawingml/2006/main">
            <a:off x="4140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0" name="p79-477">
            <a:extLst xmlns:a="http://schemas.openxmlformats.org/drawingml/2006/main">
              <a:ext uri="{FF2B5EF4-FFF2-40B4-BE49-F238E27FC236}">
                <a16:creationId xmlns:a16="http://schemas.microsoft.com/office/drawing/2014/main" id="{F2082AE1-5EC5-49EC-9F0E-B12CA4DD2FA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478">
            <a:extLst xmlns:a="http://schemas.openxmlformats.org/drawingml/2006/main">
              <a:ext uri="{FF2B5EF4-FFF2-40B4-BE49-F238E27FC236}">
                <a16:creationId xmlns:a16="http://schemas.microsoft.com/office/drawing/2014/main" id="{10B1BC9C-B019-48E9-9EB6-950C5748D3AD}"/>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4 — Integrar os programas executáveis</a:t>
            </a:r>
          </a:p>
        </p:txBody>
      </p:sp>
      <p:sp>
        <p:nvSpPr>
          <p:cNvPr id="3" name="p79-479">
            <a:extLst xmlns:a="http://schemas.openxmlformats.org/drawingml/2006/main">
              <a:ext uri="{FF2B5EF4-FFF2-40B4-BE49-F238E27FC236}">
                <a16:creationId xmlns:a16="http://schemas.microsoft.com/office/drawing/2014/main" id="{F8072536-B744-4A12-BDD2-A261CC7E0E44}"/>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Aulas 10 a 12</a:t>
            </a:r>
          </a:p>
        </p:txBody>
      </p:sp>
      <p:sp>
        <p:nvSpPr>
          <p:cNvPr id="4" name="p79-480">
            <a:extLst xmlns:a="http://schemas.openxmlformats.org/drawingml/2006/main">
              <a:ext uri="{FF2B5EF4-FFF2-40B4-BE49-F238E27FC236}">
                <a16:creationId xmlns:a16="http://schemas.microsoft.com/office/drawing/2014/main" id="{1709B2CD-0518-4ADE-A565-33AFCBA12835}"/>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Broker, administrador e cliente</a:t>
            </a:r>
          </a:p>
        </p:txBody>
      </p:sp>
      <p:sp>
        <p:nvSpPr>
          <p:cNvPr id="5" name="p79-481">
            <a:extLst xmlns:a="http://schemas.openxmlformats.org/drawingml/2006/main">
              <a:ext uri="{FF2B5EF4-FFF2-40B4-BE49-F238E27FC236}">
                <a16:creationId xmlns:a16="http://schemas.microsoft.com/office/drawing/2014/main" id="{2CD1CA71-5CFA-47BF-A322-3239990B1156}"/>
              </a:ext>
            </a:extLst>
          </p:cNvPr>
          <p:cNvSpPr>
            <a:spLocks xmlns:a="http://schemas.openxmlformats.org/drawingml/2006/main" noGrp="1"/>
          </p:cNvSpPr>
          <p:nvPr/>
        </p:nvSpPr>
        <p:spPr>
          <a:xfrm xmlns:a="http://schemas.openxmlformats.org/drawingml/2006/main">
            <a:off x="685800" y="2667000"/>
            <a:ext cx="34544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482">
            <a:extLst xmlns:a="http://schemas.openxmlformats.org/drawingml/2006/main">
              <a:ext uri="{FF2B5EF4-FFF2-40B4-BE49-F238E27FC236}">
                <a16:creationId xmlns:a16="http://schemas.microsoft.com/office/drawing/2014/main" id="{99F54813-1D11-4D0A-9C06-F9C9BB7C3E4D}"/>
              </a:ext>
            </a:extLst>
          </p:cNvPr>
          <p:cNvSpPr>
            <a:spLocks xmlns:a="http://schemas.openxmlformats.org/drawingml/2006/main" noGrp="1"/>
          </p:cNvSpPr>
          <p:nvPr/>
        </p:nvSpPr>
        <p:spPr>
          <a:xfrm xmlns:a="http://schemas.openxmlformats.org/drawingml/2006/main">
            <a:off x="819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483">
            <a:extLst xmlns:a="http://schemas.openxmlformats.org/drawingml/2006/main">
              <a:ext uri="{FF2B5EF4-FFF2-40B4-BE49-F238E27FC236}">
                <a16:creationId xmlns:a16="http://schemas.microsoft.com/office/drawing/2014/main" id="{DEAD283B-28FF-4063-8F44-5A159355A680}"/>
              </a:ext>
            </a:extLst>
          </p:cNvPr>
          <p:cNvSpPr>
            <a:spLocks xmlns:a="http://schemas.openxmlformats.org/drawingml/2006/main" noGrp="1"/>
          </p:cNvSpPr>
          <p:nvPr/>
        </p:nvSpPr>
        <p:spPr>
          <a:xfrm xmlns:a="http://schemas.openxmlformats.org/drawingml/2006/main">
            <a:off x="819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R07</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mqtt-broker</a:t>
            </a:r>
          </a:p>
        </p:txBody>
      </p:sp>
      <p:sp>
        <p:nvSpPr>
          <p:cNvPr id="8" name="p79-484">
            <a:extLst xmlns:a="http://schemas.openxmlformats.org/drawingml/2006/main">
              <a:ext uri="{FF2B5EF4-FFF2-40B4-BE49-F238E27FC236}">
                <a16:creationId xmlns:a16="http://schemas.microsoft.com/office/drawing/2014/main" id="{40C47E13-4884-4ABE-810E-E441BF04BDBC}"/>
              </a:ext>
            </a:extLst>
          </p:cNvPr>
          <p:cNvSpPr>
            <a:spLocks xmlns:a="http://schemas.openxmlformats.org/drawingml/2006/main" noGrp="1"/>
          </p:cNvSpPr>
          <p:nvPr/>
        </p:nvSpPr>
        <p:spPr>
          <a:xfrm xmlns:a="http://schemas.openxmlformats.org/drawingml/2006/main">
            <a:off x="4368800" y="2667000"/>
            <a:ext cx="34544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485">
            <a:extLst xmlns:a="http://schemas.openxmlformats.org/drawingml/2006/main">
              <a:ext uri="{FF2B5EF4-FFF2-40B4-BE49-F238E27FC236}">
                <a16:creationId xmlns:a16="http://schemas.microsoft.com/office/drawing/2014/main" id="{F876592C-1EF3-4F04-AF18-1A00C0D0C6AC}"/>
              </a:ext>
            </a:extLst>
          </p:cNvPr>
          <p:cNvSpPr>
            <a:spLocks xmlns:a="http://schemas.openxmlformats.org/drawingml/2006/main" noGrp="1"/>
          </p:cNvSpPr>
          <p:nvPr/>
        </p:nvSpPr>
        <p:spPr>
          <a:xfrm xmlns:a="http://schemas.openxmlformats.org/drawingml/2006/main">
            <a:off x="4502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486">
            <a:extLst xmlns:a="http://schemas.openxmlformats.org/drawingml/2006/main">
              <a:ext uri="{FF2B5EF4-FFF2-40B4-BE49-F238E27FC236}">
                <a16:creationId xmlns:a16="http://schemas.microsoft.com/office/drawing/2014/main" id="{8A1446B9-C662-41D8-A01E-057811722BB0}"/>
              </a:ext>
            </a:extLst>
          </p:cNvPr>
          <p:cNvSpPr>
            <a:spLocks xmlns:a="http://schemas.openxmlformats.org/drawingml/2006/main" noGrp="1"/>
          </p:cNvSpPr>
          <p:nvPr/>
        </p:nvSpPr>
        <p:spPr>
          <a:xfrm xmlns:a="http://schemas.openxmlformats.org/drawingml/2006/main">
            <a:off x="4502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R08</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mqtt-admin</a:t>
            </a:r>
          </a:p>
        </p:txBody>
      </p:sp>
      <p:sp>
        <p:nvSpPr>
          <p:cNvPr id="11" name="p79-487">
            <a:extLst xmlns:a="http://schemas.openxmlformats.org/drawingml/2006/main">
              <a:ext uri="{FF2B5EF4-FFF2-40B4-BE49-F238E27FC236}">
                <a16:creationId xmlns:a16="http://schemas.microsoft.com/office/drawing/2014/main" id="{CCCDD5FD-E562-4FBD-B369-18AFDCAD84BD}"/>
              </a:ext>
            </a:extLst>
          </p:cNvPr>
          <p:cNvSpPr>
            <a:spLocks xmlns:a="http://schemas.openxmlformats.org/drawingml/2006/main" noGrp="1"/>
          </p:cNvSpPr>
          <p:nvPr/>
        </p:nvSpPr>
        <p:spPr>
          <a:xfrm xmlns:a="http://schemas.openxmlformats.org/drawingml/2006/main">
            <a:off x="8051800" y="2667000"/>
            <a:ext cx="34544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488">
            <a:extLst xmlns:a="http://schemas.openxmlformats.org/drawingml/2006/main">
              <a:ext uri="{FF2B5EF4-FFF2-40B4-BE49-F238E27FC236}">
                <a16:creationId xmlns:a16="http://schemas.microsoft.com/office/drawing/2014/main" id="{3C229EAE-AD90-41A0-8DF8-9C06ABFC4F9B}"/>
              </a:ext>
            </a:extLst>
          </p:cNvPr>
          <p:cNvSpPr>
            <a:spLocks xmlns:a="http://schemas.openxmlformats.org/drawingml/2006/main" noGrp="1"/>
          </p:cNvSpPr>
          <p:nvPr/>
        </p:nvSpPr>
        <p:spPr>
          <a:xfrm xmlns:a="http://schemas.openxmlformats.org/drawingml/2006/main">
            <a:off x="8185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489">
            <a:extLst xmlns:a="http://schemas.openxmlformats.org/drawingml/2006/main">
              <a:ext uri="{FF2B5EF4-FFF2-40B4-BE49-F238E27FC236}">
                <a16:creationId xmlns:a16="http://schemas.microsoft.com/office/drawing/2014/main" id="{1B69DE9E-195E-49F9-9EF1-A0E6FD61D4FC}"/>
              </a:ext>
            </a:extLst>
          </p:cNvPr>
          <p:cNvSpPr>
            <a:spLocks xmlns:a="http://schemas.openxmlformats.org/drawingml/2006/main" noGrp="1"/>
          </p:cNvSpPr>
          <p:nvPr/>
        </p:nvSpPr>
        <p:spPr>
          <a:xfrm xmlns:a="http://schemas.openxmlformats.org/drawingml/2006/main">
            <a:off x="8185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R09</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mqtt-client</a:t>
            </a:r>
          </a:p>
        </p:txBody>
      </p:sp>
      <p:sp>
        <p:nvSpPr>
          <p:cNvPr id="16" name="p79-490">
            <a:extLst xmlns:a="http://schemas.openxmlformats.org/drawingml/2006/main">
              <a:ext uri="{FF2B5EF4-FFF2-40B4-BE49-F238E27FC236}">
                <a16:creationId xmlns:a16="http://schemas.microsoft.com/office/drawing/2014/main" id="{D07EF39F-7BA5-42E3-886D-D80DF12A2AAF}"/>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No primeiro commit, os três executáveis pertencem ao mesmo pacote Cargo</a:t>
            </a:r>
          </a:p>
        </p:txBody>
      </p:sp>
      <p:sp>
        <p:nvSpPr>
          <p:cNvPr id="17" name="p79-491">
            <a:extLst xmlns:a="http://schemas.openxmlformats.org/drawingml/2006/main">
              <a:ext uri="{FF2B5EF4-FFF2-40B4-BE49-F238E27FC236}">
                <a16:creationId xmlns:a16="http://schemas.microsoft.com/office/drawing/2014/main" id="{2288E25E-DD8B-451F-B050-5A078EC6F346}"/>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8" name="p79-492">
            <a:extLst xmlns:a="http://schemas.openxmlformats.org/drawingml/2006/main">
              <a:ext uri="{FF2B5EF4-FFF2-40B4-BE49-F238E27FC236}">
                <a16:creationId xmlns:a16="http://schemas.microsoft.com/office/drawing/2014/main" id="{FC884FAA-B67D-45A7-A1B6-FF1858F51444}"/>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9" name="p79-493">
            <a:extLst xmlns:a="http://schemas.openxmlformats.org/drawingml/2006/main">
              <a:ext uri="{FF2B5EF4-FFF2-40B4-BE49-F238E27FC236}">
                <a16:creationId xmlns:a16="http://schemas.microsoft.com/office/drawing/2014/main" id="{3D60342A-FD17-4858-8D5C-6D51569DA5CC}"/>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26</a:t>
            </a:r>
          </a:p>
        </p:txBody>
      </p:sp>
    </p:spTree>
    <p:extLst>
      <p:ext uri="{BB962C8B-B14F-4D97-AF65-F5344CB8AC3E}">
        <p14:creationId xmlns:p14="http://schemas.microsoft.com/office/powerpoint/2010/main" val="460565758"/>
      </p:ext>
    </p:extLst>
  </p:cSld>
</p:sld>
</file>

<file path=ppt/slides/slide2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83E23F6B-7F0E-4CBE-B7FC-766858F035A9}"/>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DFCC169B-3E38-4B09-BCA5-C3833D8C5CEB}"/>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8B0981B4-FB8E-4CE3-9956-7E1D4538BD94}"/>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2735EC44-490E-417E-84C5-316F4415678E}"/>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494">
            <a:extLst xmlns:a="http://schemas.openxmlformats.org/drawingml/2006/main">
              <a:ext uri="{FF2B5EF4-FFF2-40B4-BE49-F238E27FC236}">
                <a16:creationId xmlns:a16="http://schemas.microsoft.com/office/drawing/2014/main" id="{50A7AF30-6C33-4D3C-9CF9-3174094AF2F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495">
            <a:extLst xmlns:a="http://schemas.openxmlformats.org/drawingml/2006/main">
              <a:ext uri="{FF2B5EF4-FFF2-40B4-BE49-F238E27FC236}">
                <a16:creationId xmlns:a16="http://schemas.microsoft.com/office/drawing/2014/main" id="{6117D0A9-FDA3-4E07-A3ED-AFE6C5D9DADB}"/>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4 — Integrar os programas executáveis</a:t>
            </a:r>
          </a:p>
        </p:txBody>
      </p:sp>
      <p:sp>
        <p:nvSpPr>
          <p:cNvPr id="3" name="p79-496">
            <a:extLst xmlns:a="http://schemas.openxmlformats.org/drawingml/2006/main">
              <a:ext uri="{FF2B5EF4-FFF2-40B4-BE49-F238E27FC236}">
                <a16:creationId xmlns:a16="http://schemas.microsoft.com/office/drawing/2014/main" id="{32BF9A10-6207-4B84-9C3B-C7FBECEC6EDE}"/>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10 — Inicialização do broker, R07</a:t>
            </a:r>
          </a:p>
        </p:txBody>
      </p:sp>
      <p:sp>
        <p:nvSpPr>
          <p:cNvPr id="4" name="p79-497">
            <a:extLst xmlns:a="http://schemas.openxmlformats.org/drawingml/2006/main">
              <a:ext uri="{FF2B5EF4-FFF2-40B4-BE49-F238E27FC236}">
                <a16:creationId xmlns:a16="http://schemas.microsoft.com/office/drawing/2014/main" id="{E168DA13-0472-4DDA-A5CC-EC0DA5E65041}"/>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main.rs conecta os componentes</a:t>
            </a:r>
          </a:p>
        </p:txBody>
      </p:sp>
      <p:sp>
        <p:nvSpPr>
          <p:cNvPr id="5" name="p79-498">
            <a:extLst xmlns:a="http://schemas.openxmlformats.org/drawingml/2006/main">
              <a:ext uri="{FF2B5EF4-FFF2-40B4-BE49-F238E27FC236}">
                <a16:creationId xmlns:a16="http://schemas.microsoft.com/office/drawing/2014/main" id="{5DDC0733-FCFA-4E0D-BEB5-9852973D9303}"/>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499">
            <a:extLst xmlns:a="http://schemas.openxmlformats.org/drawingml/2006/main">
              <a:ext uri="{FF2B5EF4-FFF2-40B4-BE49-F238E27FC236}">
                <a16:creationId xmlns:a16="http://schemas.microsoft.com/office/drawing/2014/main" id="{DE649AF9-54F5-48A7-951C-1636318809E4}"/>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500">
            <a:extLst xmlns:a="http://schemas.openxmlformats.org/drawingml/2006/main">
              <a:ext uri="{FF2B5EF4-FFF2-40B4-BE49-F238E27FC236}">
                <a16:creationId xmlns:a16="http://schemas.microsoft.com/office/drawing/2014/main" id="{DF83857E-DAF9-4937-9604-70BFBC270792}"/>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Ler configuração</a:t>
            </a:r>
          </a:p>
        </p:txBody>
      </p:sp>
      <p:sp>
        <p:nvSpPr>
          <p:cNvPr id="8" name="p79-501">
            <a:extLst xmlns:a="http://schemas.openxmlformats.org/drawingml/2006/main">
              <a:ext uri="{FF2B5EF4-FFF2-40B4-BE49-F238E27FC236}">
                <a16:creationId xmlns:a16="http://schemas.microsoft.com/office/drawing/2014/main" id="{04F4F571-7A17-4C13-A2DB-C532AD61FB33}"/>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502">
            <a:extLst xmlns:a="http://schemas.openxmlformats.org/drawingml/2006/main">
              <a:ext uri="{FF2B5EF4-FFF2-40B4-BE49-F238E27FC236}">
                <a16:creationId xmlns:a16="http://schemas.microsoft.com/office/drawing/2014/main" id="{66DF831C-6ED3-46CB-8216-5F1E6B6653B0}"/>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503">
            <a:extLst xmlns:a="http://schemas.openxmlformats.org/drawingml/2006/main">
              <a:ext uri="{FF2B5EF4-FFF2-40B4-BE49-F238E27FC236}">
                <a16:creationId xmlns:a16="http://schemas.microsoft.com/office/drawing/2014/main" id="{6FB2D483-6452-41A2-8C42-B6A09027F64A}"/>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Validar perfil</a:t>
            </a:r>
          </a:p>
        </p:txBody>
      </p:sp>
      <p:sp>
        <p:nvSpPr>
          <p:cNvPr id="11" name="p79-504">
            <a:extLst xmlns:a="http://schemas.openxmlformats.org/drawingml/2006/main">
              <a:ext uri="{FF2B5EF4-FFF2-40B4-BE49-F238E27FC236}">
                <a16:creationId xmlns:a16="http://schemas.microsoft.com/office/drawing/2014/main" id="{D5954D1C-78C6-4248-ABC7-F3D949720962}"/>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505">
            <a:extLst xmlns:a="http://schemas.openxmlformats.org/drawingml/2006/main">
              <a:ext uri="{FF2B5EF4-FFF2-40B4-BE49-F238E27FC236}">
                <a16:creationId xmlns:a16="http://schemas.microsoft.com/office/drawing/2014/main" id="{87AADB96-1227-4ABE-8BA4-F30529717F68}"/>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506">
            <a:extLst xmlns:a="http://schemas.openxmlformats.org/drawingml/2006/main">
              <a:ext uri="{FF2B5EF4-FFF2-40B4-BE49-F238E27FC236}">
                <a16:creationId xmlns:a16="http://schemas.microsoft.com/office/drawing/2014/main" id="{476348E6-3F50-474C-826D-9A11A16A6CAE}"/>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Abrir estado</a:t>
            </a:r>
          </a:p>
        </p:txBody>
      </p:sp>
      <p:sp>
        <p:nvSpPr>
          <p:cNvPr id="14" name="p79-507">
            <a:extLst xmlns:a="http://schemas.openxmlformats.org/drawingml/2006/main">
              <a:ext uri="{FF2B5EF4-FFF2-40B4-BE49-F238E27FC236}">
                <a16:creationId xmlns:a16="http://schemas.microsoft.com/office/drawing/2014/main" id="{622282F8-57A6-49A1-8E81-76A3E1B2B74C}"/>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508">
            <a:extLst xmlns:a="http://schemas.openxmlformats.org/drawingml/2006/main">
              <a:ext uri="{FF2B5EF4-FFF2-40B4-BE49-F238E27FC236}">
                <a16:creationId xmlns:a16="http://schemas.microsoft.com/office/drawing/2014/main" id="{48E5702E-4248-47E1-AAC2-CE7153B53BDB}"/>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509">
            <a:extLst xmlns:a="http://schemas.openxmlformats.org/drawingml/2006/main">
              <a:ext uri="{FF2B5EF4-FFF2-40B4-BE49-F238E27FC236}">
                <a16:creationId xmlns:a16="http://schemas.microsoft.com/office/drawing/2014/main" id="{39AD97C5-ABCB-4621-8C91-1DBA623463A4}"/>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Montar handler</a:t>
            </a:r>
          </a:p>
        </p:txBody>
      </p:sp>
      <p:sp>
        <p:nvSpPr>
          <p:cNvPr id="17" name="p79-510">
            <a:extLst xmlns:a="http://schemas.openxmlformats.org/drawingml/2006/main">
              <a:ext uri="{FF2B5EF4-FFF2-40B4-BE49-F238E27FC236}">
                <a16:creationId xmlns:a16="http://schemas.microsoft.com/office/drawing/2014/main" id="{3027B9D9-F63B-43B6-9919-B991CB2DA849}"/>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511">
            <a:extLst xmlns:a="http://schemas.openxmlformats.org/drawingml/2006/main">
              <a:ext uri="{FF2B5EF4-FFF2-40B4-BE49-F238E27FC236}">
                <a16:creationId xmlns:a16="http://schemas.microsoft.com/office/drawing/2014/main" id="{C7DFAF15-4161-4BEF-9AB7-E3203664F76C}"/>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512">
            <a:extLst xmlns:a="http://schemas.openxmlformats.org/drawingml/2006/main">
              <a:ext uri="{FF2B5EF4-FFF2-40B4-BE49-F238E27FC236}">
                <a16:creationId xmlns:a16="http://schemas.microsoft.com/office/drawing/2014/main" id="{BB5DD89F-27E7-4C92-A204-A463DE10D240}"/>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Aceitar conexões</a:t>
            </a:r>
          </a:p>
        </p:txBody>
      </p:sp>
      <p:sp>
        <p:nvSpPr>
          <p:cNvPr id="24" name="p79-513">
            <a:extLst xmlns:a="http://schemas.openxmlformats.org/drawingml/2006/main">
              <a:ext uri="{FF2B5EF4-FFF2-40B4-BE49-F238E27FC236}">
                <a16:creationId xmlns:a16="http://schemas.microsoft.com/office/drawing/2014/main" id="{6307CB7D-3A6B-4102-9405-B971D210FE87}"/>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Substitua o main.rs inicial somente nesta etapa</a:t>
            </a:r>
          </a:p>
        </p:txBody>
      </p:sp>
      <p:sp>
        <p:nvSpPr>
          <p:cNvPr id="25" name="p79-514">
            <a:extLst xmlns:a="http://schemas.openxmlformats.org/drawingml/2006/main">
              <a:ext uri="{FF2B5EF4-FFF2-40B4-BE49-F238E27FC236}">
                <a16:creationId xmlns:a16="http://schemas.microsoft.com/office/drawing/2014/main" id="{53F6F540-790D-4533-9FEB-85298EF44175}"/>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515">
            <a:extLst xmlns:a="http://schemas.openxmlformats.org/drawingml/2006/main">
              <a:ext uri="{FF2B5EF4-FFF2-40B4-BE49-F238E27FC236}">
                <a16:creationId xmlns:a16="http://schemas.microsoft.com/office/drawing/2014/main" id="{2BAC5729-F656-4EA3-8A01-0841E2822C96}"/>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516">
            <a:extLst xmlns:a="http://schemas.openxmlformats.org/drawingml/2006/main">
              <a:ext uri="{FF2B5EF4-FFF2-40B4-BE49-F238E27FC236}">
                <a16:creationId xmlns:a16="http://schemas.microsoft.com/office/drawing/2014/main" id="{C7CFD76F-E934-43FD-9D17-7BA2592AF9D9}"/>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27</a:t>
            </a:r>
          </a:p>
        </p:txBody>
      </p:sp>
    </p:spTree>
    <p:extLst>
      <p:ext uri="{BB962C8B-B14F-4D97-AF65-F5344CB8AC3E}">
        <p14:creationId xmlns:p14="http://schemas.microsoft.com/office/powerpoint/2010/main" val="585372276"/>
      </p:ext>
    </p:extLst>
  </p:cSld>
</p:sld>
</file>

<file path=ppt/slides/slide2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p79-517">
            <a:extLst xmlns:a="http://schemas.openxmlformats.org/drawingml/2006/main">
              <a:ext uri="{FF2B5EF4-FFF2-40B4-BE49-F238E27FC236}">
                <a16:creationId xmlns:a16="http://schemas.microsoft.com/office/drawing/2014/main" id="{9A227C21-6031-4962-BB7E-B87D8835EBD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518">
            <a:extLst xmlns:a="http://schemas.openxmlformats.org/drawingml/2006/main">
              <a:ext uri="{FF2B5EF4-FFF2-40B4-BE49-F238E27FC236}">
                <a16:creationId xmlns:a16="http://schemas.microsoft.com/office/drawing/2014/main" id="{FCE3198C-4C48-46FC-97CA-B2821DBB296F}"/>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4 — Integrar os programas executáveis</a:t>
            </a:r>
          </a:p>
        </p:txBody>
      </p:sp>
      <p:sp>
        <p:nvSpPr>
          <p:cNvPr id="3" name="p79-519">
            <a:extLst xmlns:a="http://schemas.openxmlformats.org/drawingml/2006/main">
              <a:ext uri="{FF2B5EF4-FFF2-40B4-BE49-F238E27FC236}">
                <a16:creationId xmlns:a16="http://schemas.microsoft.com/office/drawing/2014/main" id="{097A3093-BE37-4DD8-9825-F147E9A849BF}"/>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11 — Administrador, R08</a:t>
            </a:r>
          </a:p>
        </p:txBody>
      </p:sp>
      <p:sp>
        <p:nvSpPr>
          <p:cNvPr id="4" name="p79-520">
            <a:extLst xmlns:a="http://schemas.openxmlformats.org/drawingml/2006/main">
              <a:ext uri="{FF2B5EF4-FFF2-40B4-BE49-F238E27FC236}">
                <a16:creationId xmlns:a16="http://schemas.microsoft.com/office/drawing/2014/main" id="{EF2F947D-AE8A-438B-B05C-F27B2103E8ED}"/>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Administração local de usuários</a:t>
            </a:r>
          </a:p>
        </p:txBody>
      </p:sp>
      <p:sp>
        <p:nvSpPr>
          <p:cNvPr id="5" name="p79-521">
            <a:extLst xmlns:a="http://schemas.openxmlformats.org/drawingml/2006/main">
              <a:ext uri="{FF2B5EF4-FFF2-40B4-BE49-F238E27FC236}">
                <a16:creationId xmlns:a16="http://schemas.microsoft.com/office/drawing/2014/main" id="{28AC84C3-6A15-4933-9E86-0004D99FF28B}"/>
              </a:ext>
            </a:extLst>
          </p:cNvPr>
          <p:cNvSpPr>
            <a:spLocks xmlns:a="http://schemas.openxmlformats.org/drawingml/2006/main" noGrp="1"/>
          </p:cNvSpPr>
          <p:nvPr/>
        </p:nvSpPr>
        <p:spPr>
          <a:xfrm xmlns:a="http://schemas.openxmlformats.org/drawingml/2006/main">
            <a:off x="685800" y="2514600"/>
            <a:ext cx="6191250" cy="32385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6" name="p79-522">
            <a:extLst xmlns:a="http://schemas.openxmlformats.org/drawingml/2006/main">
              <a:ext uri="{FF2B5EF4-FFF2-40B4-BE49-F238E27FC236}">
                <a16:creationId xmlns:a16="http://schemas.microsoft.com/office/drawing/2014/main" id="{B3AD0472-260F-4895-B15C-DC7EED23CCE8}"/>
              </a:ext>
            </a:extLst>
          </p:cNvPr>
          <p:cNvSpPr>
            <a:spLocks xmlns:a="http://schemas.openxmlformats.org/drawingml/2006/main" noGrp="1"/>
          </p:cNvSpPr>
          <p:nvPr/>
        </p:nvSpPr>
        <p:spPr>
          <a:xfrm xmlns:a="http://schemas.openxmlformats.org/drawingml/2006/main">
            <a:off x="895350" y="2771775"/>
            <a:ext cx="57531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9F2F8"/>
                </a:solidFill>
                <a:latin typeface="Consolas"/>
                <a:ea typeface="Consolas"/>
                <a:cs typeface="Consolas"/>
              </a:defRPr>
            </a:defPPr>
          </a:lstStyle>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src/bin/mqtt-admin/main.rs</a:t>
            </a:r>
          </a:p>
          <a:p xmlns:a="http://schemas.openxmlformats.org/drawingml/2006/main">
            <a:r>
              <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build --locked --bins</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run --locked --bin mqtt-admin -- --help</a:t>
            </a:r>
          </a:p>
        </p:txBody>
      </p:sp>
      <p:sp>
        <p:nvSpPr>
          <p:cNvPr id="7" name="p79-523">
            <a:extLst xmlns:a="http://schemas.openxmlformats.org/drawingml/2006/main">
              <a:ext uri="{FF2B5EF4-FFF2-40B4-BE49-F238E27FC236}">
                <a16:creationId xmlns:a16="http://schemas.microsoft.com/office/drawing/2014/main" id="{1942B5DE-8EC1-4AD3-AD85-C51C4D92F177}"/>
              </a:ext>
            </a:extLst>
          </p:cNvPr>
          <p:cNvSpPr>
            <a:spLocks xmlns:a="http://schemas.openxmlformats.org/drawingml/2006/main" noGrp="1"/>
          </p:cNvSpPr>
          <p:nvPr/>
        </p:nvSpPr>
        <p:spPr>
          <a:xfrm xmlns:a="http://schemas.openxmlformats.org/drawingml/2006/main">
            <a:off x="7219950" y="25717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Crie o diretório e digite o arquivo R08</a:t>
            </a:r>
          </a:p>
        </p:txBody>
      </p:sp>
      <p:sp>
        <p:nvSpPr>
          <p:cNvPr id="8" name="p79-524">
            <a:extLst xmlns:a="http://schemas.openxmlformats.org/drawingml/2006/main">
              <a:ext uri="{FF2B5EF4-FFF2-40B4-BE49-F238E27FC236}">
                <a16:creationId xmlns:a16="http://schemas.microsoft.com/office/drawing/2014/main" id="{989AF595-685E-4F60-918C-1AEE9DA28227}"/>
              </a:ext>
            </a:extLst>
          </p:cNvPr>
          <p:cNvSpPr>
            <a:spLocks xmlns:a="http://schemas.openxmlformats.org/drawingml/2006/main" noGrp="1"/>
          </p:cNvSpPr>
          <p:nvPr/>
        </p:nvSpPr>
        <p:spPr>
          <a:xfrm xmlns:a="http://schemas.openxmlformats.org/drawingml/2006/main">
            <a:off x="7219950" y="336232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rpassword lê senha sem eco no terminal</a:t>
            </a:r>
          </a:p>
        </p:txBody>
      </p:sp>
      <p:sp>
        <p:nvSpPr>
          <p:cNvPr id="9" name="p79-525">
            <a:extLst xmlns:a="http://schemas.openxmlformats.org/drawingml/2006/main">
              <a:ext uri="{FF2B5EF4-FFF2-40B4-BE49-F238E27FC236}">
                <a16:creationId xmlns:a16="http://schemas.microsoft.com/office/drawing/2014/main" id="{D500EAC0-0213-4861-BA91-C2E4DA622812}"/>
              </a:ext>
            </a:extLst>
          </p:cNvPr>
          <p:cNvSpPr>
            <a:spLocks xmlns:a="http://schemas.openxmlformats.org/drawingml/2006/main" noGrp="1"/>
          </p:cNvSpPr>
          <p:nvPr/>
        </p:nvSpPr>
        <p:spPr>
          <a:xfrm xmlns:a="http://schemas.openxmlformats.org/drawingml/2006/main">
            <a:off x="7219950" y="41529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Argon2 verifica credenciais derivadas</a:t>
            </a:r>
          </a:p>
        </p:txBody>
      </p:sp>
      <p:sp>
        <p:nvSpPr>
          <p:cNvPr id="10" name="p79-526">
            <a:extLst xmlns:a="http://schemas.openxmlformats.org/drawingml/2006/main">
              <a:ext uri="{FF2B5EF4-FFF2-40B4-BE49-F238E27FC236}">
                <a16:creationId xmlns:a16="http://schemas.microsoft.com/office/drawing/2014/main" id="{95304C3C-E585-430A-8FD1-617DFE3A8C72}"/>
              </a:ext>
            </a:extLst>
          </p:cNvPr>
          <p:cNvSpPr>
            <a:spLocks xmlns:a="http://schemas.openxmlformats.org/drawingml/2006/main" noGrp="1"/>
          </p:cNvSpPr>
          <p:nvPr/>
        </p:nvSpPr>
        <p:spPr>
          <a:xfrm xmlns:a="http://schemas.openxmlformats.org/drawingml/2006/main">
            <a:off x="7219950" y="494347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Operações atômicas exigem ambiente Unix</a:t>
            </a:r>
          </a:p>
        </p:txBody>
      </p:sp>
      <p:sp>
        <p:nvSpPr>
          <p:cNvPr id="11" name="p79-527">
            <a:extLst xmlns:a="http://schemas.openxmlformats.org/drawingml/2006/main">
              <a:ext uri="{FF2B5EF4-FFF2-40B4-BE49-F238E27FC236}">
                <a16:creationId xmlns:a16="http://schemas.microsoft.com/office/drawing/2014/main" id="{BA8D5AA0-1E1F-4F19-BB2D-A1D4B9DAF982}"/>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2" name="p79-528">
            <a:extLst xmlns:a="http://schemas.openxmlformats.org/drawingml/2006/main">
              <a:ext uri="{FF2B5EF4-FFF2-40B4-BE49-F238E27FC236}">
                <a16:creationId xmlns:a16="http://schemas.microsoft.com/office/drawing/2014/main" id="{772C36B1-2AE2-43EF-871A-9C3C8963F109}"/>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3" name="p79-529">
            <a:extLst xmlns:a="http://schemas.openxmlformats.org/drawingml/2006/main">
              <a:ext uri="{FF2B5EF4-FFF2-40B4-BE49-F238E27FC236}">
                <a16:creationId xmlns:a16="http://schemas.microsoft.com/office/drawing/2014/main" id="{A852E48B-C14B-40FB-8A25-38B10F968D53}"/>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28</a:t>
            </a:r>
          </a:p>
        </p:txBody>
      </p:sp>
    </p:spTree>
    <p:extLst>
      <p:ext uri="{BB962C8B-B14F-4D97-AF65-F5344CB8AC3E}">
        <p14:creationId xmlns:p14="http://schemas.microsoft.com/office/powerpoint/2010/main" val="995996933"/>
      </p:ext>
    </p:extLst>
  </p:cSld>
</p:sld>
</file>

<file path=ppt/slides/slide2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3E89AB4D-D1D4-48DB-8625-F863DF5FE209}"/>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BD2CA10A-F637-47CC-8B5A-FEE5706468A2}"/>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997DA761-A1F3-478B-8BD2-7FDAABF0BAB8}"/>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68E3DB50-3C42-4BB1-8921-5244CAE14C68}"/>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530">
            <a:extLst xmlns:a="http://schemas.openxmlformats.org/drawingml/2006/main">
              <a:ext uri="{FF2B5EF4-FFF2-40B4-BE49-F238E27FC236}">
                <a16:creationId xmlns:a16="http://schemas.microsoft.com/office/drawing/2014/main" id="{343FC765-752F-42AE-9C2D-035AE30E379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531">
            <a:extLst xmlns:a="http://schemas.openxmlformats.org/drawingml/2006/main">
              <a:ext uri="{FF2B5EF4-FFF2-40B4-BE49-F238E27FC236}">
                <a16:creationId xmlns:a16="http://schemas.microsoft.com/office/drawing/2014/main" id="{D4A17C2D-1AB8-4D1D-B9AB-D51C469A0502}"/>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4 — Integrar os programas executáveis</a:t>
            </a:r>
          </a:p>
        </p:txBody>
      </p:sp>
      <p:sp>
        <p:nvSpPr>
          <p:cNvPr id="3" name="p79-532">
            <a:extLst xmlns:a="http://schemas.openxmlformats.org/drawingml/2006/main">
              <a:ext uri="{FF2B5EF4-FFF2-40B4-BE49-F238E27FC236}">
                <a16:creationId xmlns:a16="http://schemas.microsoft.com/office/drawing/2014/main" id="{DA182217-86D1-48C8-A727-DBFC43A43DD3}"/>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12 — Client, R09</a:t>
            </a:r>
          </a:p>
        </p:txBody>
      </p:sp>
      <p:sp>
        <p:nvSpPr>
          <p:cNvPr id="4" name="p79-533">
            <a:extLst xmlns:a="http://schemas.openxmlformats.org/drawingml/2006/main">
              <a:ext uri="{FF2B5EF4-FFF2-40B4-BE49-F238E27FC236}">
                <a16:creationId xmlns:a16="http://schemas.microsoft.com/office/drawing/2014/main" id="{5C138024-ADD9-4DC9-A273-5D0AECE6EF9C}"/>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Publicação e assinatura pelo client</a:t>
            </a:r>
          </a:p>
        </p:txBody>
      </p:sp>
      <p:sp>
        <p:nvSpPr>
          <p:cNvPr id="5" name="p79-534">
            <a:extLst xmlns:a="http://schemas.openxmlformats.org/drawingml/2006/main">
              <a:ext uri="{FF2B5EF4-FFF2-40B4-BE49-F238E27FC236}">
                <a16:creationId xmlns:a16="http://schemas.microsoft.com/office/drawing/2014/main" id="{9341B62F-2B84-4A37-B684-09DEF726A7A1}"/>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535">
            <a:extLst xmlns:a="http://schemas.openxmlformats.org/drawingml/2006/main">
              <a:ext uri="{FF2B5EF4-FFF2-40B4-BE49-F238E27FC236}">
                <a16:creationId xmlns:a16="http://schemas.microsoft.com/office/drawing/2014/main" id="{7470B21D-B74D-41DB-A6C5-B3FB9CE20BB2}"/>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536">
            <a:extLst xmlns:a="http://schemas.openxmlformats.org/drawingml/2006/main">
              <a:ext uri="{FF2B5EF4-FFF2-40B4-BE49-F238E27FC236}">
                <a16:creationId xmlns:a16="http://schemas.microsoft.com/office/drawing/2014/main" id="{61B5F8A5-1C1A-460E-B22D-C359BAFA2DA1}"/>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cli.rs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Argumentos</a:t>
            </a:r>
          </a:p>
        </p:txBody>
      </p:sp>
      <p:sp>
        <p:nvSpPr>
          <p:cNvPr id="8" name="p79-537">
            <a:extLst xmlns:a="http://schemas.openxmlformats.org/drawingml/2006/main">
              <a:ext uri="{FF2B5EF4-FFF2-40B4-BE49-F238E27FC236}">
                <a16:creationId xmlns:a16="http://schemas.microsoft.com/office/drawing/2014/main" id="{C67F7E88-18F7-4118-9FF6-63C4B5F65D99}"/>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538">
            <a:extLst xmlns:a="http://schemas.openxmlformats.org/drawingml/2006/main">
              <a:ext uri="{FF2B5EF4-FFF2-40B4-BE49-F238E27FC236}">
                <a16:creationId xmlns:a16="http://schemas.microsoft.com/office/drawing/2014/main" id="{8065B5BE-040D-47A6-9C3C-03DBFE34A7AE}"/>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539">
            <a:extLst xmlns:a="http://schemas.openxmlformats.org/drawingml/2006/main">
              <a:ext uri="{FF2B5EF4-FFF2-40B4-BE49-F238E27FC236}">
                <a16:creationId xmlns:a16="http://schemas.microsoft.com/office/drawing/2014/main" id="{102E2482-2747-4D4C-93F4-033116C49850}"/>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credentials.rs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Credenciais</a:t>
            </a:r>
          </a:p>
        </p:txBody>
      </p:sp>
      <p:sp>
        <p:nvSpPr>
          <p:cNvPr id="11" name="p79-540">
            <a:extLst xmlns:a="http://schemas.openxmlformats.org/drawingml/2006/main">
              <a:ext uri="{FF2B5EF4-FFF2-40B4-BE49-F238E27FC236}">
                <a16:creationId xmlns:a16="http://schemas.microsoft.com/office/drawing/2014/main" id="{882EF069-721A-4E81-A4E6-72DB34BB0E2B}"/>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541">
            <a:extLst xmlns:a="http://schemas.openxmlformats.org/drawingml/2006/main">
              <a:ext uri="{FF2B5EF4-FFF2-40B4-BE49-F238E27FC236}">
                <a16:creationId xmlns:a16="http://schemas.microsoft.com/office/drawing/2014/main" id="{6E642EDB-9B11-4C9E-B9CE-B4011F5AB190}"/>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542">
            <a:extLst xmlns:a="http://schemas.openxmlformats.org/drawingml/2006/main">
              <a:ext uri="{FF2B5EF4-FFF2-40B4-BE49-F238E27FC236}">
                <a16:creationId xmlns:a16="http://schemas.microsoft.com/office/drawing/2014/main" id="{D424C4D6-6325-48F1-9CA5-CE3180DFC44C}"/>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tls.rs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Certificados</a:t>
            </a:r>
          </a:p>
        </p:txBody>
      </p:sp>
      <p:sp>
        <p:nvSpPr>
          <p:cNvPr id="14" name="p79-543">
            <a:extLst xmlns:a="http://schemas.openxmlformats.org/drawingml/2006/main">
              <a:ext uri="{FF2B5EF4-FFF2-40B4-BE49-F238E27FC236}">
                <a16:creationId xmlns:a16="http://schemas.microsoft.com/office/drawing/2014/main" id="{61CF439A-C96A-4232-928C-85509B00D055}"/>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544">
            <a:extLst xmlns:a="http://schemas.openxmlformats.org/drawingml/2006/main">
              <a:ext uri="{FF2B5EF4-FFF2-40B4-BE49-F238E27FC236}">
                <a16:creationId xmlns:a16="http://schemas.microsoft.com/office/drawing/2014/main" id="{3368E5D1-CC85-448F-9E63-3107E0DABF9F}"/>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545">
            <a:extLst xmlns:a="http://schemas.openxmlformats.org/drawingml/2006/main">
              <a:ext uri="{FF2B5EF4-FFF2-40B4-BE49-F238E27FC236}">
                <a16:creationId xmlns:a16="http://schemas.microsoft.com/office/drawing/2014/main" id="{A608519B-638C-466E-90C2-7ADEBA1B98E4}"/>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session.rs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Conexão</a:t>
            </a:r>
          </a:p>
        </p:txBody>
      </p:sp>
      <p:sp>
        <p:nvSpPr>
          <p:cNvPr id="17" name="p79-546">
            <a:extLst xmlns:a="http://schemas.openxmlformats.org/drawingml/2006/main">
              <a:ext uri="{FF2B5EF4-FFF2-40B4-BE49-F238E27FC236}">
                <a16:creationId xmlns:a16="http://schemas.microsoft.com/office/drawing/2014/main" id="{050B7C9C-DC83-47B2-A91D-656BB5F6A6BD}"/>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547">
            <a:extLst xmlns:a="http://schemas.openxmlformats.org/drawingml/2006/main">
              <a:ext uri="{FF2B5EF4-FFF2-40B4-BE49-F238E27FC236}">
                <a16:creationId xmlns:a16="http://schemas.microsoft.com/office/drawing/2014/main" id="{2F1402F9-661B-41A1-B1A2-0F72F2B43B04}"/>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548">
            <a:extLst xmlns:a="http://schemas.openxmlformats.org/drawingml/2006/main">
              <a:ext uri="{FF2B5EF4-FFF2-40B4-BE49-F238E27FC236}">
                <a16:creationId xmlns:a16="http://schemas.microsoft.com/office/drawing/2014/main" id="{CC4414B1-E555-4FD9-A250-A39B91C69C64}"/>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main.rs</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Entrada</a:t>
            </a:r>
          </a:p>
        </p:txBody>
      </p:sp>
      <p:sp>
        <p:nvSpPr>
          <p:cNvPr id="24" name="p79-549">
            <a:extLst xmlns:a="http://schemas.openxmlformats.org/drawingml/2006/main">
              <a:ext uri="{FF2B5EF4-FFF2-40B4-BE49-F238E27FC236}">
                <a16:creationId xmlns:a16="http://schemas.microsoft.com/office/drawing/2014/main" id="{0C58E419-FC6B-4F90-837F-1C254296FD0E}"/>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rumqttc implementa a comunicação do cliente com o broker</a:t>
            </a:r>
          </a:p>
        </p:txBody>
      </p:sp>
      <p:sp>
        <p:nvSpPr>
          <p:cNvPr id="25" name="p79-550">
            <a:extLst xmlns:a="http://schemas.openxmlformats.org/drawingml/2006/main">
              <a:ext uri="{FF2B5EF4-FFF2-40B4-BE49-F238E27FC236}">
                <a16:creationId xmlns:a16="http://schemas.microsoft.com/office/drawing/2014/main" id="{749A731C-AB2B-459F-9855-B1AA026F4466}"/>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551">
            <a:extLst xmlns:a="http://schemas.openxmlformats.org/drawingml/2006/main">
              <a:ext uri="{FF2B5EF4-FFF2-40B4-BE49-F238E27FC236}">
                <a16:creationId xmlns:a16="http://schemas.microsoft.com/office/drawing/2014/main" id="{AD9A903E-7014-48E5-B8CD-6D44C84D272E}"/>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552">
            <a:extLst xmlns:a="http://schemas.openxmlformats.org/drawingml/2006/main">
              <a:ext uri="{FF2B5EF4-FFF2-40B4-BE49-F238E27FC236}">
                <a16:creationId xmlns:a16="http://schemas.microsoft.com/office/drawing/2014/main" id="{3A7F626D-3480-47CC-A1A7-355DE9C23F5F}"/>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29</a:t>
            </a:r>
          </a:p>
        </p:txBody>
      </p:sp>
    </p:spTree>
    <p:extLst>
      <p:ext uri="{BB962C8B-B14F-4D97-AF65-F5344CB8AC3E}">
        <p14:creationId xmlns:p14="http://schemas.microsoft.com/office/powerpoint/2010/main" val="1425794201"/>
      </p:ext>
    </p:extLst>
  </p:cSld>
</p:sld>
</file>

<file path=ppt/slides/slide3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C4840D05-9432-454A-8393-0B933C29ED72}"/>
              </a:ext>
            </a:extLst>
          </p:cNvPr>
          <p:cNvCxnSpPr>
            <a:stCxn xmlns:a="http://schemas.openxmlformats.org/drawingml/2006/main" id="14" idx="3"/>
            <a:endCxn xmlns:a="http://schemas.openxmlformats.org/drawingml/2006/main" id="17" idx="1"/>
          </p:cNvCxnSpPr>
          <p:nvPr/>
        </p:nvCxnSpPr>
        <p:spPr>
          <a:xfrm xmlns:a="http://schemas.openxmlformats.org/drawingml/2006/main">
            <a:off x="92964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2" name="">
            <a:extLst xmlns:a="http://schemas.openxmlformats.org/drawingml/2006/main">
              <a:ext uri="{FF2B5EF4-FFF2-40B4-BE49-F238E27FC236}">
                <a16:creationId xmlns:a16="http://schemas.microsoft.com/office/drawing/2014/main" id="{6120C5D9-E360-4067-8DE2-D36DB153FBE3}"/>
              </a:ext>
            </a:extLst>
          </p:cNvPr>
          <p:cNvCxnSpPr>
            <a:stCxn xmlns:a="http://schemas.openxmlformats.org/drawingml/2006/main" id="11" idx="3"/>
            <a:endCxn xmlns:a="http://schemas.openxmlformats.org/drawingml/2006/main" id="14" idx="1"/>
          </p:cNvCxnSpPr>
          <p:nvPr/>
        </p:nvCxnSpPr>
        <p:spPr>
          <a:xfrm xmlns:a="http://schemas.openxmlformats.org/drawingml/2006/main">
            <a:off x="70866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1" name="">
            <a:extLst xmlns:a="http://schemas.openxmlformats.org/drawingml/2006/main">
              <a:ext uri="{FF2B5EF4-FFF2-40B4-BE49-F238E27FC236}">
                <a16:creationId xmlns:a16="http://schemas.microsoft.com/office/drawing/2014/main" id="{B10E80ED-DAEC-4155-84E7-6508239001D8}"/>
              </a:ext>
            </a:extLst>
          </p:cNvPr>
          <p:cNvCxnSpPr>
            <a:stCxn xmlns:a="http://schemas.openxmlformats.org/drawingml/2006/main" id="8" idx="3"/>
            <a:endCxn xmlns:a="http://schemas.openxmlformats.org/drawingml/2006/main" id="11" idx="1"/>
          </p:cNvCxnSpPr>
          <p:nvPr/>
        </p:nvCxnSpPr>
        <p:spPr>
          <a:xfrm xmlns:a="http://schemas.openxmlformats.org/drawingml/2006/main">
            <a:off x="48768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20" name="">
            <a:extLst xmlns:a="http://schemas.openxmlformats.org/drawingml/2006/main">
              <a:ext uri="{FF2B5EF4-FFF2-40B4-BE49-F238E27FC236}">
                <a16:creationId xmlns:a16="http://schemas.microsoft.com/office/drawing/2014/main" id="{484E52B4-E6EF-4B27-8715-03773086423C}"/>
              </a:ext>
            </a:extLst>
          </p:cNvPr>
          <p:cNvCxnSpPr>
            <a:stCxn xmlns:a="http://schemas.openxmlformats.org/drawingml/2006/main" id="5" idx="3"/>
            <a:endCxn xmlns:a="http://schemas.openxmlformats.org/drawingml/2006/main" id="8" idx="1"/>
          </p:cNvCxnSpPr>
          <p:nvPr/>
        </p:nvCxnSpPr>
        <p:spPr>
          <a:xfrm xmlns:a="http://schemas.openxmlformats.org/drawingml/2006/main">
            <a:off x="26670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8" name="p79-553">
            <a:extLst xmlns:a="http://schemas.openxmlformats.org/drawingml/2006/main">
              <a:ext uri="{FF2B5EF4-FFF2-40B4-BE49-F238E27FC236}">
                <a16:creationId xmlns:a16="http://schemas.microsoft.com/office/drawing/2014/main" id="{3DCCB7D8-B528-4ADE-B3F2-7F14AAF6E5B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554">
            <a:extLst xmlns:a="http://schemas.openxmlformats.org/drawingml/2006/main">
              <a:ext uri="{FF2B5EF4-FFF2-40B4-BE49-F238E27FC236}">
                <a16:creationId xmlns:a16="http://schemas.microsoft.com/office/drawing/2014/main" id="{3D9CF4EA-C72A-4F24-8F31-9BF6AF8DF528}"/>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5 — Completar os arquivos, validar e criar o commit, R10</a:t>
            </a:r>
          </a:p>
        </p:txBody>
      </p:sp>
      <p:sp>
        <p:nvSpPr>
          <p:cNvPr id="3" name="p79-555">
            <a:extLst xmlns:a="http://schemas.openxmlformats.org/drawingml/2006/main">
              <a:ext uri="{FF2B5EF4-FFF2-40B4-BE49-F238E27FC236}">
                <a16:creationId xmlns:a16="http://schemas.microsoft.com/office/drawing/2014/main" id="{D5AD6746-ADF9-468B-998D-CAEFCBF2A6E4}"/>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Aulas 13 a 16</a:t>
            </a:r>
          </a:p>
        </p:txBody>
      </p:sp>
      <p:sp>
        <p:nvSpPr>
          <p:cNvPr id="4" name="p79-556">
            <a:extLst xmlns:a="http://schemas.openxmlformats.org/drawingml/2006/main">
              <a:ext uri="{FF2B5EF4-FFF2-40B4-BE49-F238E27FC236}">
                <a16:creationId xmlns:a16="http://schemas.microsoft.com/office/drawing/2014/main" id="{AB932802-F0A7-42EC-9EF8-7480BA25E3D3}"/>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Validação e primeiro commit</a:t>
            </a:r>
          </a:p>
        </p:txBody>
      </p:sp>
      <p:sp>
        <p:nvSpPr>
          <p:cNvPr id="5" name="p79-557">
            <a:extLst xmlns:a="http://schemas.openxmlformats.org/drawingml/2006/main">
              <a:ext uri="{FF2B5EF4-FFF2-40B4-BE49-F238E27FC236}">
                <a16:creationId xmlns:a16="http://schemas.microsoft.com/office/drawing/2014/main" id="{EF828487-6E3C-4107-B60C-D5DEF5CCB482}"/>
              </a:ext>
            </a:extLst>
          </p:cNvPr>
          <p:cNvSpPr>
            <a:spLocks xmlns:a="http://schemas.openxmlformats.org/drawingml/2006/main" noGrp="1"/>
          </p:cNvSpPr>
          <p:nvPr/>
        </p:nvSpPr>
        <p:spPr>
          <a:xfrm xmlns:a="http://schemas.openxmlformats.org/drawingml/2006/main">
            <a:off x="6858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558">
            <a:extLst xmlns:a="http://schemas.openxmlformats.org/drawingml/2006/main">
              <a:ext uri="{FF2B5EF4-FFF2-40B4-BE49-F238E27FC236}">
                <a16:creationId xmlns:a16="http://schemas.microsoft.com/office/drawing/2014/main" id="{BDFCA176-3B03-42B6-9EF6-9269CEE1C46A}"/>
              </a:ext>
            </a:extLst>
          </p:cNvPr>
          <p:cNvSpPr>
            <a:spLocks xmlns:a="http://schemas.openxmlformats.org/drawingml/2006/main" noGrp="1"/>
          </p:cNvSpPr>
          <p:nvPr/>
        </p:nvSpPr>
        <p:spPr>
          <a:xfrm xmlns:a="http://schemas.openxmlformats.org/drawingml/2006/main">
            <a:off x="8191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559">
            <a:extLst xmlns:a="http://schemas.openxmlformats.org/drawingml/2006/main">
              <a:ext uri="{FF2B5EF4-FFF2-40B4-BE49-F238E27FC236}">
                <a16:creationId xmlns:a16="http://schemas.microsoft.com/office/drawing/2014/main" id="{89E0BE3F-7F8F-4A0E-A5D3-DEF464F74B06}"/>
              </a:ext>
            </a:extLst>
          </p:cNvPr>
          <p:cNvSpPr>
            <a:spLocks xmlns:a="http://schemas.openxmlformats.org/drawingml/2006/main" noGrp="1"/>
          </p:cNvSpPr>
          <p:nvPr/>
        </p:nvSpPr>
        <p:spPr>
          <a:xfrm xmlns:a="http://schemas.openxmlformats.org/drawingml/2006/main">
            <a:off x="8191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Completar arquivos</a:t>
            </a:r>
          </a:p>
        </p:txBody>
      </p:sp>
      <p:sp>
        <p:nvSpPr>
          <p:cNvPr id="8" name="p79-560">
            <a:extLst xmlns:a="http://schemas.openxmlformats.org/drawingml/2006/main">
              <a:ext uri="{FF2B5EF4-FFF2-40B4-BE49-F238E27FC236}">
                <a16:creationId xmlns:a16="http://schemas.microsoft.com/office/drawing/2014/main" id="{56EDA188-6FEE-4B17-A190-72480AE8C753}"/>
              </a:ext>
            </a:extLst>
          </p:cNvPr>
          <p:cNvSpPr>
            <a:spLocks xmlns:a="http://schemas.openxmlformats.org/drawingml/2006/main" noGrp="1"/>
          </p:cNvSpPr>
          <p:nvPr/>
        </p:nvSpPr>
        <p:spPr>
          <a:xfrm xmlns:a="http://schemas.openxmlformats.org/drawingml/2006/main">
            <a:off x="28956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561">
            <a:extLst xmlns:a="http://schemas.openxmlformats.org/drawingml/2006/main">
              <a:ext uri="{FF2B5EF4-FFF2-40B4-BE49-F238E27FC236}">
                <a16:creationId xmlns:a16="http://schemas.microsoft.com/office/drawing/2014/main" id="{F907F02E-4467-4CA0-BD52-3928EDA116E9}"/>
              </a:ext>
            </a:extLst>
          </p:cNvPr>
          <p:cNvSpPr>
            <a:spLocks xmlns:a="http://schemas.openxmlformats.org/drawingml/2006/main" noGrp="1"/>
          </p:cNvSpPr>
          <p:nvPr/>
        </p:nvSpPr>
        <p:spPr>
          <a:xfrm xmlns:a="http://schemas.openxmlformats.org/drawingml/2006/main">
            <a:off x="30289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562">
            <a:extLst xmlns:a="http://schemas.openxmlformats.org/drawingml/2006/main">
              <a:ext uri="{FF2B5EF4-FFF2-40B4-BE49-F238E27FC236}">
                <a16:creationId xmlns:a16="http://schemas.microsoft.com/office/drawing/2014/main" id="{CB20FF69-41F9-4627-A134-C0AB3648E754}"/>
              </a:ext>
            </a:extLst>
          </p:cNvPr>
          <p:cNvSpPr>
            <a:spLocks xmlns:a="http://schemas.openxmlformats.org/drawingml/2006/main" noGrp="1"/>
          </p:cNvSpPr>
          <p:nvPr/>
        </p:nvSpPr>
        <p:spPr>
          <a:xfrm xmlns:a="http://schemas.openxmlformats.org/drawingml/2006/main">
            <a:off x="30289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Compilar e testar</a:t>
            </a:r>
          </a:p>
        </p:txBody>
      </p:sp>
      <p:sp>
        <p:nvSpPr>
          <p:cNvPr id="11" name="p79-563">
            <a:extLst xmlns:a="http://schemas.openxmlformats.org/drawingml/2006/main">
              <a:ext uri="{FF2B5EF4-FFF2-40B4-BE49-F238E27FC236}">
                <a16:creationId xmlns:a16="http://schemas.microsoft.com/office/drawing/2014/main" id="{DA7F2F56-EA0A-4CFF-B192-9C86A6C4CD80}"/>
              </a:ext>
            </a:extLst>
          </p:cNvPr>
          <p:cNvSpPr>
            <a:spLocks xmlns:a="http://schemas.openxmlformats.org/drawingml/2006/main" noGrp="1"/>
          </p:cNvSpPr>
          <p:nvPr/>
        </p:nvSpPr>
        <p:spPr>
          <a:xfrm xmlns:a="http://schemas.openxmlformats.org/drawingml/2006/main">
            <a:off x="51054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564">
            <a:extLst xmlns:a="http://schemas.openxmlformats.org/drawingml/2006/main">
              <a:ext uri="{FF2B5EF4-FFF2-40B4-BE49-F238E27FC236}">
                <a16:creationId xmlns:a16="http://schemas.microsoft.com/office/drawing/2014/main" id="{DE9E1CBF-3948-4612-9DDD-7166D722E1A2}"/>
              </a:ext>
            </a:extLst>
          </p:cNvPr>
          <p:cNvSpPr>
            <a:spLocks xmlns:a="http://schemas.openxmlformats.org/drawingml/2006/main" noGrp="1"/>
          </p:cNvSpPr>
          <p:nvPr/>
        </p:nvSpPr>
        <p:spPr>
          <a:xfrm xmlns:a="http://schemas.openxmlformats.org/drawingml/2006/main">
            <a:off x="52387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565">
            <a:extLst xmlns:a="http://schemas.openxmlformats.org/drawingml/2006/main">
              <a:ext uri="{FF2B5EF4-FFF2-40B4-BE49-F238E27FC236}">
                <a16:creationId xmlns:a16="http://schemas.microsoft.com/office/drawing/2014/main" id="{62E0A2D7-0E78-4FB4-B43D-571CB85DC4B6}"/>
              </a:ext>
            </a:extLst>
          </p:cNvPr>
          <p:cNvSpPr>
            <a:spLocks xmlns:a="http://schemas.openxmlformats.org/drawingml/2006/main" noGrp="1"/>
          </p:cNvSpPr>
          <p:nvPr/>
        </p:nvSpPr>
        <p:spPr>
          <a:xfrm xmlns:a="http://schemas.openxmlformats.org/drawingml/2006/main">
            <a:off x="52387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Ensaiar pub/sub</a:t>
            </a:r>
          </a:p>
        </p:txBody>
      </p:sp>
      <p:sp>
        <p:nvSpPr>
          <p:cNvPr id="14" name="p79-566">
            <a:extLst xmlns:a="http://schemas.openxmlformats.org/drawingml/2006/main">
              <a:ext uri="{FF2B5EF4-FFF2-40B4-BE49-F238E27FC236}">
                <a16:creationId xmlns:a16="http://schemas.microsoft.com/office/drawing/2014/main" id="{FC044697-6A6A-4882-BCB3-CF1B9CF59F6E}"/>
              </a:ext>
            </a:extLst>
          </p:cNvPr>
          <p:cNvSpPr>
            <a:spLocks xmlns:a="http://schemas.openxmlformats.org/drawingml/2006/main" noGrp="1"/>
          </p:cNvSpPr>
          <p:nvPr/>
        </p:nvSpPr>
        <p:spPr>
          <a:xfrm xmlns:a="http://schemas.openxmlformats.org/drawingml/2006/main">
            <a:off x="7315200" y="2667000"/>
            <a:ext cx="19812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15" name="p79-567">
            <a:extLst xmlns:a="http://schemas.openxmlformats.org/drawingml/2006/main">
              <a:ext uri="{FF2B5EF4-FFF2-40B4-BE49-F238E27FC236}">
                <a16:creationId xmlns:a16="http://schemas.microsoft.com/office/drawing/2014/main" id="{47B19396-5140-43AA-976D-2451EEEEC569}"/>
              </a:ext>
            </a:extLst>
          </p:cNvPr>
          <p:cNvSpPr>
            <a:spLocks xmlns:a="http://schemas.openxmlformats.org/drawingml/2006/main" noGrp="1"/>
          </p:cNvSpPr>
          <p:nvPr/>
        </p:nvSpPr>
        <p:spPr>
          <a:xfrm xmlns:a="http://schemas.openxmlformats.org/drawingml/2006/main">
            <a:off x="74485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04</a:t>
            </a:r>
          </a:p>
        </p:txBody>
      </p:sp>
      <p:sp>
        <p:nvSpPr>
          <p:cNvPr id="16" name="p79-568">
            <a:extLst xmlns:a="http://schemas.openxmlformats.org/drawingml/2006/main">
              <a:ext uri="{FF2B5EF4-FFF2-40B4-BE49-F238E27FC236}">
                <a16:creationId xmlns:a16="http://schemas.microsoft.com/office/drawing/2014/main" id="{114DAAB2-A16B-4C5F-B572-AB47FB92A8D8}"/>
              </a:ext>
            </a:extLst>
          </p:cNvPr>
          <p:cNvSpPr>
            <a:spLocks xmlns:a="http://schemas.openxmlformats.org/drawingml/2006/main" noGrp="1"/>
          </p:cNvSpPr>
          <p:nvPr/>
        </p:nvSpPr>
        <p:spPr>
          <a:xfrm xmlns:a="http://schemas.openxmlformats.org/drawingml/2006/main">
            <a:off x="74485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Revisar o Git</a:t>
            </a:r>
          </a:p>
        </p:txBody>
      </p:sp>
      <p:sp>
        <p:nvSpPr>
          <p:cNvPr id="17" name="p79-569">
            <a:extLst xmlns:a="http://schemas.openxmlformats.org/drawingml/2006/main">
              <a:ext uri="{FF2B5EF4-FFF2-40B4-BE49-F238E27FC236}">
                <a16:creationId xmlns:a16="http://schemas.microsoft.com/office/drawing/2014/main" id="{CCB1AFB8-B24C-4093-9C10-9C0D36BCEF7C}"/>
              </a:ext>
            </a:extLst>
          </p:cNvPr>
          <p:cNvSpPr>
            <a:spLocks xmlns:a="http://schemas.openxmlformats.org/drawingml/2006/main" noGrp="1"/>
          </p:cNvSpPr>
          <p:nvPr/>
        </p:nvSpPr>
        <p:spPr>
          <a:xfrm xmlns:a="http://schemas.openxmlformats.org/drawingml/2006/main">
            <a:off x="9525000" y="2667000"/>
            <a:ext cx="19812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8" name="p79-570">
            <a:extLst xmlns:a="http://schemas.openxmlformats.org/drawingml/2006/main">
              <a:ext uri="{FF2B5EF4-FFF2-40B4-BE49-F238E27FC236}">
                <a16:creationId xmlns:a16="http://schemas.microsoft.com/office/drawing/2014/main" id="{A09EBF08-6A11-4362-BA90-7BA86E8B9650}"/>
              </a:ext>
            </a:extLst>
          </p:cNvPr>
          <p:cNvSpPr>
            <a:spLocks xmlns:a="http://schemas.openxmlformats.org/drawingml/2006/main" noGrp="1"/>
          </p:cNvSpPr>
          <p:nvPr/>
        </p:nvSpPr>
        <p:spPr>
          <a:xfrm xmlns:a="http://schemas.openxmlformats.org/drawingml/2006/main">
            <a:off x="96583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05</a:t>
            </a:r>
          </a:p>
        </p:txBody>
      </p:sp>
      <p:sp>
        <p:nvSpPr>
          <p:cNvPr id="19" name="p79-571">
            <a:extLst xmlns:a="http://schemas.openxmlformats.org/drawingml/2006/main">
              <a:ext uri="{FF2B5EF4-FFF2-40B4-BE49-F238E27FC236}">
                <a16:creationId xmlns:a16="http://schemas.microsoft.com/office/drawing/2014/main" id="{4050A4D3-507D-4DC7-BB5E-6AA63A3FA715}"/>
              </a:ext>
            </a:extLst>
          </p:cNvPr>
          <p:cNvSpPr>
            <a:spLocks xmlns:a="http://schemas.openxmlformats.org/drawingml/2006/main" noGrp="1"/>
          </p:cNvSpPr>
          <p:nvPr/>
        </p:nvSpPr>
        <p:spPr>
          <a:xfrm xmlns:a="http://schemas.openxmlformats.org/drawingml/2006/main">
            <a:off x="9658350" y="32766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Criar commit</a:t>
            </a:r>
          </a:p>
        </p:txBody>
      </p:sp>
      <p:sp>
        <p:nvSpPr>
          <p:cNvPr id="24" name="p79-572">
            <a:extLst xmlns:a="http://schemas.openxmlformats.org/drawingml/2006/main">
              <a:ext uri="{FF2B5EF4-FFF2-40B4-BE49-F238E27FC236}">
                <a16:creationId xmlns:a16="http://schemas.microsoft.com/office/drawing/2014/main" id="{FA1EF565-A420-4385-9794-DA3D2132D8FC}"/>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O código final reproduz os 35 arquivos do primeiro commit histórico</a:t>
            </a:r>
          </a:p>
        </p:txBody>
      </p:sp>
      <p:sp>
        <p:nvSpPr>
          <p:cNvPr id="25" name="p79-573">
            <a:extLst xmlns:a="http://schemas.openxmlformats.org/drawingml/2006/main">
              <a:ext uri="{FF2B5EF4-FFF2-40B4-BE49-F238E27FC236}">
                <a16:creationId xmlns:a16="http://schemas.microsoft.com/office/drawing/2014/main" id="{E52AE9B2-551B-42E1-8269-D8C2CEF6FF45}"/>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26" name="p79-574">
            <a:extLst xmlns:a="http://schemas.openxmlformats.org/drawingml/2006/main">
              <a:ext uri="{FF2B5EF4-FFF2-40B4-BE49-F238E27FC236}">
                <a16:creationId xmlns:a16="http://schemas.microsoft.com/office/drawing/2014/main" id="{6EC22A36-4BD0-447B-8D50-C280B41882F5}"/>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27" name="p79-575">
            <a:extLst xmlns:a="http://schemas.openxmlformats.org/drawingml/2006/main">
              <a:ext uri="{FF2B5EF4-FFF2-40B4-BE49-F238E27FC236}">
                <a16:creationId xmlns:a16="http://schemas.microsoft.com/office/drawing/2014/main" id="{2EAE962F-B56C-4C27-8427-25F3BACE30FC}"/>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30</a:t>
            </a:r>
          </a:p>
        </p:txBody>
      </p:sp>
    </p:spTree>
    <p:extLst>
      <p:ext uri="{BB962C8B-B14F-4D97-AF65-F5344CB8AC3E}">
        <p14:creationId xmlns:p14="http://schemas.microsoft.com/office/powerpoint/2010/main" val="334042360"/>
      </p:ext>
    </p:extLst>
  </p:cSld>
</p:sld>
</file>

<file path=ppt/slides/slide3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8" name="p79-576">
            <a:extLst xmlns:a="http://schemas.openxmlformats.org/drawingml/2006/main">
              <a:ext uri="{FF2B5EF4-FFF2-40B4-BE49-F238E27FC236}">
                <a16:creationId xmlns:a16="http://schemas.microsoft.com/office/drawing/2014/main" id="{99C92B6A-047E-4952-AB7F-867339577CA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577">
            <a:extLst xmlns:a="http://schemas.openxmlformats.org/drawingml/2006/main">
              <a:ext uri="{FF2B5EF4-FFF2-40B4-BE49-F238E27FC236}">
                <a16:creationId xmlns:a16="http://schemas.microsoft.com/office/drawing/2014/main" id="{9FF8378F-D75E-452A-A112-9FFDDE0A2004}"/>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5 — Completar os arquivos, validar e criar o commit, R10</a:t>
            </a:r>
          </a:p>
        </p:txBody>
      </p:sp>
      <p:sp>
        <p:nvSpPr>
          <p:cNvPr id="3" name="p79-578">
            <a:extLst xmlns:a="http://schemas.openxmlformats.org/drawingml/2006/main">
              <a:ext uri="{FF2B5EF4-FFF2-40B4-BE49-F238E27FC236}">
                <a16:creationId xmlns:a16="http://schemas.microsoft.com/office/drawing/2014/main" id="{6CE8ACDF-56EA-424E-BA26-09E28C05060A}"/>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13 — Documentos, configurações e exemplo</a:t>
            </a:r>
          </a:p>
        </p:txBody>
      </p:sp>
      <p:sp>
        <p:nvSpPr>
          <p:cNvPr id="4" name="p79-579">
            <a:extLst xmlns:a="http://schemas.openxmlformats.org/drawingml/2006/main">
              <a:ext uri="{FF2B5EF4-FFF2-40B4-BE49-F238E27FC236}">
                <a16:creationId xmlns:a16="http://schemas.microsoft.com/office/drawing/2014/main" id="{F250BE30-85B4-4171-9BB0-594381C4980B}"/>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Os arquivos restantes completam R10</a:t>
            </a:r>
          </a:p>
        </p:txBody>
      </p:sp>
      <p:sp>
        <p:nvSpPr>
          <p:cNvPr id="5" name="p79-580">
            <a:extLst xmlns:a="http://schemas.openxmlformats.org/drawingml/2006/main">
              <a:ext uri="{FF2B5EF4-FFF2-40B4-BE49-F238E27FC236}">
                <a16:creationId xmlns:a16="http://schemas.microsoft.com/office/drawing/2014/main" id="{B302895D-4572-4FB4-948E-86163ACF3FE6}"/>
              </a:ext>
            </a:extLst>
          </p:cNvPr>
          <p:cNvSpPr>
            <a:spLocks xmlns:a="http://schemas.openxmlformats.org/drawingml/2006/main" noGrp="1"/>
          </p:cNvSpPr>
          <p:nvPr/>
        </p:nvSpPr>
        <p:spPr>
          <a:xfrm xmlns:a="http://schemas.openxmlformats.org/drawingml/2006/main">
            <a:off x="685800" y="26670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01</a:t>
            </a:r>
          </a:p>
        </p:txBody>
      </p:sp>
      <p:sp>
        <p:nvSpPr>
          <p:cNvPr id="6" name="p79-581">
            <a:extLst xmlns:a="http://schemas.openxmlformats.org/drawingml/2006/main">
              <a:ext uri="{FF2B5EF4-FFF2-40B4-BE49-F238E27FC236}">
                <a16:creationId xmlns:a16="http://schemas.microsoft.com/office/drawing/2014/main" id="{1B7B673C-0404-4AEC-8933-3EB5AB1CA8A1}"/>
              </a:ext>
            </a:extLst>
          </p:cNvPr>
          <p:cNvSpPr>
            <a:spLocks xmlns:a="http://schemas.openxmlformats.org/drawingml/2006/main" noGrp="1"/>
          </p:cNvSpPr>
          <p:nvPr/>
        </p:nvSpPr>
        <p:spPr>
          <a:xfrm xmlns:a="http://schemas.openxmlformats.org/drawingml/2006/main">
            <a:off x="1276350" y="26670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Siga o manifesto de R10 para os arquivos restantes</a:t>
            </a:r>
          </a:p>
        </p:txBody>
      </p:sp>
      <p:sp>
        <p:nvSpPr>
          <p:cNvPr id="7" name="p79-582">
            <a:extLst xmlns:a="http://schemas.openxmlformats.org/drawingml/2006/main">
              <a:ext uri="{FF2B5EF4-FFF2-40B4-BE49-F238E27FC236}">
                <a16:creationId xmlns:a16="http://schemas.microsoft.com/office/drawing/2014/main" id="{78A193CB-E66B-4784-BB6C-ECD5D00F8926}"/>
              </a:ext>
            </a:extLst>
          </p:cNvPr>
          <p:cNvSpPr>
            <a:spLocks xmlns:a="http://schemas.openxmlformats.org/drawingml/2006/main" noGrp="1"/>
          </p:cNvSpPr>
          <p:nvPr/>
        </p:nvSpPr>
        <p:spPr>
          <a:xfrm xmlns:a="http://schemas.openxmlformats.org/drawingml/2006/main">
            <a:off x="685800" y="324802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02</a:t>
            </a:r>
          </a:p>
        </p:txBody>
      </p:sp>
      <p:sp>
        <p:nvSpPr>
          <p:cNvPr id="8" name="p79-583">
            <a:extLst xmlns:a="http://schemas.openxmlformats.org/drawingml/2006/main">
              <a:ext uri="{FF2B5EF4-FFF2-40B4-BE49-F238E27FC236}">
                <a16:creationId xmlns:a16="http://schemas.microsoft.com/office/drawing/2014/main" id="{F8E26348-B802-4C0E-A04C-BDAAC2190787}"/>
              </a:ext>
            </a:extLst>
          </p:cNvPr>
          <p:cNvSpPr>
            <a:spLocks xmlns:a="http://schemas.openxmlformats.org/drawingml/2006/main" noGrp="1"/>
          </p:cNvSpPr>
          <p:nvPr/>
        </p:nvSpPr>
        <p:spPr>
          <a:xfrm xmlns:a="http://schemas.openxmlformats.org/drawingml/2006/main">
            <a:off x="1276350" y="32480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Documentação descreve contratos e limites</a:t>
            </a:r>
          </a:p>
        </p:txBody>
      </p:sp>
      <p:sp>
        <p:nvSpPr>
          <p:cNvPr id="9" name="p79-584">
            <a:extLst xmlns:a="http://schemas.openxmlformats.org/drawingml/2006/main">
              <a:ext uri="{FF2B5EF4-FFF2-40B4-BE49-F238E27FC236}">
                <a16:creationId xmlns:a16="http://schemas.microsoft.com/office/drawing/2014/main" id="{75F61953-A2C4-4C69-925A-79F23E4C727F}"/>
              </a:ext>
            </a:extLst>
          </p:cNvPr>
          <p:cNvSpPr>
            <a:spLocks xmlns:a="http://schemas.openxmlformats.org/drawingml/2006/main" noGrp="1"/>
          </p:cNvSpPr>
          <p:nvPr/>
        </p:nvSpPr>
        <p:spPr>
          <a:xfrm xmlns:a="http://schemas.openxmlformats.org/drawingml/2006/main">
            <a:off x="685800" y="382905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03</a:t>
            </a:r>
          </a:p>
        </p:txBody>
      </p:sp>
      <p:sp>
        <p:nvSpPr>
          <p:cNvPr id="10" name="p79-585">
            <a:extLst xmlns:a="http://schemas.openxmlformats.org/drawingml/2006/main">
              <a:ext uri="{FF2B5EF4-FFF2-40B4-BE49-F238E27FC236}">
                <a16:creationId xmlns:a16="http://schemas.microsoft.com/office/drawing/2014/main" id="{152203A1-5AFA-4A8C-B9E3-6A9928C41412}"/>
              </a:ext>
            </a:extLst>
          </p:cNvPr>
          <p:cNvSpPr>
            <a:spLocks xmlns:a="http://schemas.openxmlformats.org/drawingml/2006/main" noGrp="1"/>
          </p:cNvSpPr>
          <p:nvPr/>
        </p:nvSpPr>
        <p:spPr>
          <a:xfrm xmlns:a="http://schemas.openxmlformats.org/drawingml/2006/main">
            <a:off x="1276350" y="38290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Configurações de exemplo não são credenciais reais</a:t>
            </a:r>
          </a:p>
        </p:txBody>
      </p:sp>
      <p:sp>
        <p:nvSpPr>
          <p:cNvPr id="11" name="p79-586">
            <a:extLst xmlns:a="http://schemas.openxmlformats.org/drawingml/2006/main">
              <a:ext uri="{FF2B5EF4-FFF2-40B4-BE49-F238E27FC236}">
                <a16:creationId xmlns:a16="http://schemas.microsoft.com/office/drawing/2014/main" id="{683BC37C-7678-48F0-80C3-815AAE34145A}"/>
              </a:ext>
            </a:extLst>
          </p:cNvPr>
          <p:cNvSpPr>
            <a:spLocks xmlns:a="http://schemas.openxmlformats.org/drawingml/2006/main" noGrp="1"/>
          </p:cNvSpPr>
          <p:nvPr/>
        </p:nvSpPr>
        <p:spPr>
          <a:xfrm xmlns:a="http://schemas.openxmlformats.org/drawingml/2006/main">
            <a:off x="685800" y="441007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04</a:t>
            </a:r>
          </a:p>
        </p:txBody>
      </p:sp>
      <p:sp>
        <p:nvSpPr>
          <p:cNvPr id="12" name="p79-587">
            <a:extLst xmlns:a="http://schemas.openxmlformats.org/drawingml/2006/main">
              <a:ext uri="{FF2B5EF4-FFF2-40B4-BE49-F238E27FC236}">
                <a16:creationId xmlns:a16="http://schemas.microsoft.com/office/drawing/2014/main" id="{0BB4E31A-DD99-46BC-880C-5B2B4C4BFD33}"/>
              </a:ext>
            </a:extLst>
          </p:cNvPr>
          <p:cNvSpPr>
            <a:spLocks xmlns:a="http://schemas.openxmlformats.org/drawingml/2006/main" noGrp="1"/>
          </p:cNvSpPr>
          <p:nvPr/>
        </p:nvSpPr>
        <p:spPr>
          <a:xfrm xmlns:a="http://schemas.openxmlformats.org/drawingml/2006/main">
            <a:off x="1276350" y="441007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Não execute o exemplo com endereço LAN histórico</a:t>
            </a:r>
          </a:p>
        </p:txBody>
      </p:sp>
      <p:sp>
        <p:nvSpPr>
          <p:cNvPr id="13" name="p79-588">
            <a:extLst xmlns:a="http://schemas.openxmlformats.org/drawingml/2006/main">
              <a:ext uri="{FF2B5EF4-FFF2-40B4-BE49-F238E27FC236}">
                <a16:creationId xmlns:a16="http://schemas.microsoft.com/office/drawing/2014/main" id="{68F0F91B-90A9-4980-AA4E-BC8F5220278A}"/>
              </a:ext>
            </a:extLst>
          </p:cNvPr>
          <p:cNvSpPr>
            <a:spLocks xmlns:a="http://schemas.openxmlformats.org/drawingml/2006/main" noGrp="1"/>
          </p:cNvSpPr>
          <p:nvPr/>
        </p:nvSpPr>
        <p:spPr>
          <a:xfrm xmlns:a="http://schemas.openxmlformats.org/drawingml/2006/main">
            <a:off x="685800" y="49911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05</a:t>
            </a:r>
          </a:p>
        </p:txBody>
      </p:sp>
      <p:sp>
        <p:nvSpPr>
          <p:cNvPr id="14" name="p79-589">
            <a:extLst xmlns:a="http://schemas.openxmlformats.org/drawingml/2006/main">
              <a:ext uri="{FF2B5EF4-FFF2-40B4-BE49-F238E27FC236}">
                <a16:creationId xmlns:a16="http://schemas.microsoft.com/office/drawing/2014/main" id="{43B2ECFC-FC16-440E-9A96-0A86043C7B5A}"/>
              </a:ext>
            </a:extLst>
          </p:cNvPr>
          <p:cNvSpPr>
            <a:spLocks xmlns:a="http://schemas.openxmlformats.org/drawingml/2006/main" noGrp="1"/>
          </p:cNvSpPr>
          <p:nvPr/>
        </p:nvSpPr>
        <p:spPr>
          <a:xfrm xmlns:a="http://schemas.openxmlformats.org/drawingml/2006/main">
            <a:off x="1276350" y="49911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O primeiro commit não continha LICENSE</a:t>
            </a:r>
          </a:p>
        </p:txBody>
      </p:sp>
      <p:sp>
        <p:nvSpPr>
          <p:cNvPr id="15" name="p79-590">
            <a:extLst xmlns:a="http://schemas.openxmlformats.org/drawingml/2006/main">
              <a:ext uri="{FF2B5EF4-FFF2-40B4-BE49-F238E27FC236}">
                <a16:creationId xmlns:a16="http://schemas.microsoft.com/office/drawing/2014/main" id="{84A8FAD4-0B16-496C-AA86-F0C1BA0E7FA4}"/>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6" name="p79-591">
            <a:extLst xmlns:a="http://schemas.openxmlformats.org/drawingml/2006/main">
              <a:ext uri="{FF2B5EF4-FFF2-40B4-BE49-F238E27FC236}">
                <a16:creationId xmlns:a16="http://schemas.microsoft.com/office/drawing/2014/main" id="{240A363E-EFB6-43DB-965F-7483C1572E83}"/>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7" name="p79-592">
            <a:extLst xmlns:a="http://schemas.openxmlformats.org/drawingml/2006/main">
              <a:ext uri="{FF2B5EF4-FFF2-40B4-BE49-F238E27FC236}">
                <a16:creationId xmlns:a16="http://schemas.microsoft.com/office/drawing/2014/main" id="{05EDE19C-1905-4491-88D5-C3BF45D3369B}"/>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31</a:t>
            </a:r>
          </a:p>
        </p:txBody>
      </p:sp>
    </p:spTree>
    <p:extLst>
      <p:ext uri="{BB962C8B-B14F-4D97-AF65-F5344CB8AC3E}">
        <p14:creationId xmlns:p14="http://schemas.microsoft.com/office/powerpoint/2010/main" val="1119860490"/>
      </p:ext>
    </p:extLst>
  </p:cSld>
</p:sld>
</file>

<file path=ppt/slides/slide3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p79-593">
            <a:extLst xmlns:a="http://schemas.openxmlformats.org/drawingml/2006/main">
              <a:ext uri="{FF2B5EF4-FFF2-40B4-BE49-F238E27FC236}">
                <a16:creationId xmlns:a16="http://schemas.microsoft.com/office/drawing/2014/main" id="{77D06700-EAAE-4FE2-AAE2-EB1A1CA9A17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594">
            <a:extLst xmlns:a="http://schemas.openxmlformats.org/drawingml/2006/main">
              <a:ext uri="{FF2B5EF4-FFF2-40B4-BE49-F238E27FC236}">
                <a16:creationId xmlns:a16="http://schemas.microsoft.com/office/drawing/2014/main" id="{06A6D015-8B20-4967-95F4-565E5B788A8C}"/>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5 — Completar os arquivos, validar e criar o commit, R10</a:t>
            </a:r>
          </a:p>
        </p:txBody>
      </p:sp>
      <p:sp>
        <p:nvSpPr>
          <p:cNvPr id="3" name="p79-595">
            <a:extLst xmlns:a="http://schemas.openxmlformats.org/drawingml/2006/main">
              <a:ext uri="{FF2B5EF4-FFF2-40B4-BE49-F238E27FC236}">
                <a16:creationId xmlns:a16="http://schemas.microsoft.com/office/drawing/2014/main" id="{C597A017-FE41-4D01-9FED-CA4E5BBFEF4D}"/>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14 — Validar o código final</a:t>
            </a:r>
          </a:p>
        </p:txBody>
      </p:sp>
      <p:sp>
        <p:nvSpPr>
          <p:cNvPr id="4" name="p79-596">
            <a:extLst xmlns:a="http://schemas.openxmlformats.org/drawingml/2006/main">
              <a:ext uri="{FF2B5EF4-FFF2-40B4-BE49-F238E27FC236}">
                <a16:creationId xmlns:a16="http://schemas.microsoft.com/office/drawing/2014/main" id="{ED96BDEC-BDD1-4DCD-B2D7-2512E0E9E26B}"/>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Cada comando responde a uma pergunta</a:t>
            </a:r>
          </a:p>
        </p:txBody>
      </p:sp>
      <p:sp>
        <p:nvSpPr>
          <p:cNvPr id="5" name="p79-597">
            <a:extLst xmlns:a="http://schemas.openxmlformats.org/drawingml/2006/main">
              <a:ext uri="{FF2B5EF4-FFF2-40B4-BE49-F238E27FC236}">
                <a16:creationId xmlns:a16="http://schemas.microsoft.com/office/drawing/2014/main" id="{39E67521-F513-46E6-9BE7-997CA223CB0C}"/>
              </a:ext>
            </a:extLst>
          </p:cNvPr>
          <p:cNvSpPr>
            <a:spLocks xmlns:a="http://schemas.openxmlformats.org/drawingml/2006/main" noGrp="1"/>
          </p:cNvSpPr>
          <p:nvPr/>
        </p:nvSpPr>
        <p:spPr>
          <a:xfrm xmlns:a="http://schemas.openxmlformats.org/drawingml/2006/main">
            <a:off x="685800" y="2514600"/>
            <a:ext cx="6191250" cy="32385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6" name="p79-598">
            <a:extLst xmlns:a="http://schemas.openxmlformats.org/drawingml/2006/main">
              <a:ext uri="{FF2B5EF4-FFF2-40B4-BE49-F238E27FC236}">
                <a16:creationId xmlns:a16="http://schemas.microsoft.com/office/drawing/2014/main" id="{2F21B09B-1250-4BA7-90FC-0DE297FABA6B}"/>
              </a:ext>
            </a:extLst>
          </p:cNvPr>
          <p:cNvSpPr>
            <a:spLocks xmlns:a="http://schemas.openxmlformats.org/drawingml/2006/main" noGrp="1"/>
          </p:cNvSpPr>
          <p:nvPr/>
        </p:nvSpPr>
        <p:spPr>
          <a:xfrm xmlns:a="http://schemas.openxmlformats.org/drawingml/2006/main">
            <a:off x="895350" y="2771775"/>
            <a:ext cx="57531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9F2F8"/>
                </a:solidFill>
                <a:latin typeface="Consolas"/>
                <a:ea typeface="Consolas"/>
                <a:cs typeface="Consolas"/>
              </a:defRPr>
            </a:defPPr>
          </a:lstStyle>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build --locked --bins</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check --locked --all-targets</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fmt --all -- --check</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test --locked</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cargo clippy --locked --all-targets -- -D warnings</a:t>
            </a:r>
          </a:p>
        </p:txBody>
      </p:sp>
      <p:sp>
        <p:nvSpPr>
          <p:cNvPr id="7" name="p79-599">
            <a:extLst xmlns:a="http://schemas.openxmlformats.org/drawingml/2006/main">
              <a:ext uri="{FF2B5EF4-FFF2-40B4-BE49-F238E27FC236}">
                <a16:creationId xmlns:a16="http://schemas.microsoft.com/office/drawing/2014/main" id="{6BEAF7AE-8718-4583-93C4-671B70AEFE8E}"/>
              </a:ext>
            </a:extLst>
          </p:cNvPr>
          <p:cNvSpPr>
            <a:spLocks xmlns:a="http://schemas.openxmlformats.org/drawingml/2006/main" noGrp="1"/>
          </p:cNvSpPr>
          <p:nvPr/>
        </p:nvSpPr>
        <p:spPr>
          <a:xfrm xmlns:a="http://schemas.openxmlformats.org/drawingml/2006/main">
            <a:off x="7219950" y="25717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Build gera executáveis, check verifica alvos</a:t>
            </a:r>
          </a:p>
        </p:txBody>
      </p:sp>
      <p:sp>
        <p:nvSpPr>
          <p:cNvPr id="8" name="p79-600">
            <a:extLst xmlns:a="http://schemas.openxmlformats.org/drawingml/2006/main">
              <a:ext uri="{FF2B5EF4-FFF2-40B4-BE49-F238E27FC236}">
                <a16:creationId xmlns:a16="http://schemas.microsoft.com/office/drawing/2014/main" id="{4EEE5A42-E964-4640-8B69-E3FFAFF30205}"/>
              </a:ext>
            </a:extLst>
          </p:cNvPr>
          <p:cNvSpPr>
            <a:spLocks xmlns:a="http://schemas.openxmlformats.org/drawingml/2006/main" noGrp="1"/>
          </p:cNvSpPr>
          <p:nvPr/>
        </p:nvSpPr>
        <p:spPr>
          <a:xfrm xmlns:a="http://schemas.openxmlformats.org/drawingml/2006/main">
            <a:off x="7219950" y="336232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Fmt confere formatação, test executa testes</a:t>
            </a:r>
          </a:p>
        </p:txBody>
      </p:sp>
      <p:sp>
        <p:nvSpPr>
          <p:cNvPr id="9" name="p79-601">
            <a:extLst xmlns:a="http://schemas.openxmlformats.org/drawingml/2006/main">
              <a:ext uri="{FF2B5EF4-FFF2-40B4-BE49-F238E27FC236}">
                <a16:creationId xmlns:a16="http://schemas.microsoft.com/office/drawing/2014/main" id="{8F2DE1C0-979F-4D01-A8D9-5922FB2BF2D0}"/>
              </a:ext>
            </a:extLst>
          </p:cNvPr>
          <p:cNvSpPr>
            <a:spLocks xmlns:a="http://schemas.openxmlformats.org/drawingml/2006/main" noGrp="1"/>
          </p:cNvSpPr>
          <p:nvPr/>
        </p:nvSpPr>
        <p:spPr>
          <a:xfrm xmlns:a="http://schemas.openxmlformats.org/drawingml/2006/main">
            <a:off x="7219950" y="41529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Clippy aponta problemas e melhorias</a:t>
            </a:r>
          </a:p>
        </p:txBody>
      </p:sp>
      <p:sp>
        <p:nvSpPr>
          <p:cNvPr id="10" name="p79-602">
            <a:extLst xmlns:a="http://schemas.openxmlformats.org/drawingml/2006/main">
              <a:ext uri="{FF2B5EF4-FFF2-40B4-BE49-F238E27FC236}">
                <a16:creationId xmlns:a16="http://schemas.microsoft.com/office/drawing/2014/main" id="{D14952A5-D4B6-400A-83F2-34A1F91EA775}"/>
              </a:ext>
            </a:extLst>
          </p:cNvPr>
          <p:cNvSpPr>
            <a:spLocks xmlns:a="http://schemas.openxmlformats.org/drawingml/2006/main" noGrp="1"/>
          </p:cNvSpPr>
          <p:nvPr/>
        </p:nvSpPr>
        <p:spPr>
          <a:xfrm xmlns:a="http://schemas.openxmlformats.org/drawingml/2006/main">
            <a:off x="7219950" y="494347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--locked preserva o conjunto de dependências</a:t>
            </a:r>
          </a:p>
        </p:txBody>
      </p:sp>
      <p:sp>
        <p:nvSpPr>
          <p:cNvPr id="11" name="p79-603">
            <a:extLst xmlns:a="http://schemas.openxmlformats.org/drawingml/2006/main">
              <a:ext uri="{FF2B5EF4-FFF2-40B4-BE49-F238E27FC236}">
                <a16:creationId xmlns:a16="http://schemas.microsoft.com/office/drawing/2014/main" id="{52851250-A0B3-4012-8214-16948E724E36}"/>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2" name="p79-604">
            <a:extLst xmlns:a="http://schemas.openxmlformats.org/drawingml/2006/main">
              <a:ext uri="{FF2B5EF4-FFF2-40B4-BE49-F238E27FC236}">
                <a16:creationId xmlns:a16="http://schemas.microsoft.com/office/drawing/2014/main" id="{1D651F5C-C427-4FE0-A379-820106CB9C98}"/>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3" name="p79-605">
            <a:extLst xmlns:a="http://schemas.openxmlformats.org/drawingml/2006/main">
              <a:ext uri="{FF2B5EF4-FFF2-40B4-BE49-F238E27FC236}">
                <a16:creationId xmlns:a16="http://schemas.microsoft.com/office/drawing/2014/main" id="{C5A76743-3599-4809-937C-708E2A0B545A}"/>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32</a:t>
            </a:r>
          </a:p>
        </p:txBody>
      </p:sp>
    </p:spTree>
    <p:extLst>
      <p:ext uri="{BB962C8B-B14F-4D97-AF65-F5344CB8AC3E}">
        <p14:creationId xmlns:p14="http://schemas.microsoft.com/office/powerpoint/2010/main" val="579926503"/>
      </p:ext>
    </p:extLst>
  </p:cSld>
</p:sld>
</file>

<file path=ppt/slides/slide3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AC1005E-19D2-413A-927C-EDDA18C42F44}"/>
              </a:ext>
            </a:extLst>
          </p:cNvPr>
          <p:cNvCxnSpPr>
            <a:stCxn xmlns:a="http://schemas.openxmlformats.org/drawingml/2006/main" id="8" idx="3"/>
            <a:endCxn xmlns:a="http://schemas.openxmlformats.org/drawingml/2006/main" id="11" idx="1"/>
          </p:cNvCxnSpPr>
          <p:nvPr/>
        </p:nvCxnSpPr>
        <p:spPr>
          <a:xfrm xmlns:a="http://schemas.openxmlformats.org/drawingml/2006/main">
            <a:off x="7823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cxnSp>
        <p:nvCxnSpPr>
          <p:cNvPr id="14" name="">
            <a:extLst xmlns:a="http://schemas.openxmlformats.org/drawingml/2006/main">
              <a:ext uri="{FF2B5EF4-FFF2-40B4-BE49-F238E27FC236}">
                <a16:creationId xmlns:a16="http://schemas.microsoft.com/office/drawing/2014/main" id="{4029B85C-607B-4568-905E-9E46CA5D6048}"/>
              </a:ext>
            </a:extLst>
          </p:cNvPr>
          <p:cNvCxnSpPr>
            <a:stCxn xmlns:a="http://schemas.openxmlformats.org/drawingml/2006/main" id="5" idx="3"/>
            <a:endCxn xmlns:a="http://schemas.openxmlformats.org/drawingml/2006/main" id="8" idx="1"/>
          </p:cNvCxnSpPr>
          <p:nvPr/>
        </p:nvCxnSpPr>
        <p:spPr>
          <a:xfrm xmlns:a="http://schemas.openxmlformats.org/drawingml/2006/main">
            <a:off x="4140200" y="3452813"/>
            <a:ext cx="228600" cy="0"/>
          </a:xfrm>
          <a:prstGeom xmlns:a="http://schemas.openxmlformats.org/drawingml/2006/main" prst="straightConnector1">
            <a:avLst/>
          </a:prstGeom>
          <a:ln xmlns:a="http://schemas.openxmlformats.org/drawingml/2006/main" w="19050">
            <a:solidFill>
              <a:srgbClr val="476078"/>
            </a:solidFill>
            <a:tailEnd type="triangle" w="med" len="med"/>
          </a:ln>
        </p:spPr>
      </p:cxnSp>
      <p:sp>
        <p:nvSpPr>
          <p:cNvPr id="20" name="p79-606">
            <a:extLst xmlns:a="http://schemas.openxmlformats.org/drawingml/2006/main">
              <a:ext uri="{FF2B5EF4-FFF2-40B4-BE49-F238E27FC236}">
                <a16:creationId xmlns:a16="http://schemas.microsoft.com/office/drawing/2014/main" id="{179160A8-4279-4EBB-AFDF-0669FC0C43F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607">
            <a:extLst xmlns:a="http://schemas.openxmlformats.org/drawingml/2006/main">
              <a:ext uri="{FF2B5EF4-FFF2-40B4-BE49-F238E27FC236}">
                <a16:creationId xmlns:a16="http://schemas.microsoft.com/office/drawing/2014/main" id="{89715DFB-E872-43CF-9D03-D188041379FD}"/>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5 — Completar os arquivos, validar e criar o commit, R10</a:t>
            </a:r>
          </a:p>
        </p:txBody>
      </p:sp>
      <p:sp>
        <p:nvSpPr>
          <p:cNvPr id="3" name="p79-608">
            <a:extLst xmlns:a="http://schemas.openxmlformats.org/drawingml/2006/main">
              <a:ext uri="{FF2B5EF4-FFF2-40B4-BE49-F238E27FC236}">
                <a16:creationId xmlns:a16="http://schemas.microsoft.com/office/drawing/2014/main" id="{39AC10AB-DD73-4C48-A450-5A27C009B881}"/>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15 — Pub/sub no laboratório local Ubuntu/WSL</a:t>
            </a:r>
          </a:p>
        </p:txBody>
      </p:sp>
      <p:sp>
        <p:nvSpPr>
          <p:cNvPr id="4" name="p79-609">
            <a:extLst xmlns:a="http://schemas.openxmlformats.org/drawingml/2006/main">
              <a:ext uri="{FF2B5EF4-FFF2-40B4-BE49-F238E27FC236}">
                <a16:creationId xmlns:a16="http://schemas.microsoft.com/office/drawing/2014/main" id="{4C75419C-0F28-4FBC-889E-811FFBE0DD55}"/>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Três terminais verificam a comunicação</a:t>
            </a:r>
          </a:p>
        </p:txBody>
      </p:sp>
      <p:sp>
        <p:nvSpPr>
          <p:cNvPr id="5" name="p79-610">
            <a:extLst xmlns:a="http://schemas.openxmlformats.org/drawingml/2006/main">
              <a:ext uri="{FF2B5EF4-FFF2-40B4-BE49-F238E27FC236}">
                <a16:creationId xmlns:a16="http://schemas.microsoft.com/office/drawing/2014/main" id="{670330D4-68C3-4B00-A4F3-E460D067C96B}"/>
              </a:ext>
            </a:extLst>
          </p:cNvPr>
          <p:cNvSpPr>
            <a:spLocks xmlns:a="http://schemas.openxmlformats.org/drawingml/2006/main" noGrp="1"/>
          </p:cNvSpPr>
          <p:nvPr/>
        </p:nvSpPr>
        <p:spPr>
          <a:xfrm xmlns:a="http://schemas.openxmlformats.org/drawingml/2006/main">
            <a:off x="685800" y="2667000"/>
            <a:ext cx="34544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6" name="p79-611">
            <a:extLst xmlns:a="http://schemas.openxmlformats.org/drawingml/2006/main">
              <a:ext uri="{FF2B5EF4-FFF2-40B4-BE49-F238E27FC236}">
                <a16:creationId xmlns:a16="http://schemas.microsoft.com/office/drawing/2014/main" id="{372B54F7-B40C-4346-A874-EDAC9A30EB2C}"/>
              </a:ext>
            </a:extLst>
          </p:cNvPr>
          <p:cNvSpPr>
            <a:spLocks xmlns:a="http://schemas.openxmlformats.org/drawingml/2006/main" noGrp="1"/>
          </p:cNvSpPr>
          <p:nvPr/>
        </p:nvSpPr>
        <p:spPr>
          <a:xfrm xmlns:a="http://schemas.openxmlformats.org/drawingml/2006/main">
            <a:off x="819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01</a:t>
            </a:r>
          </a:p>
        </p:txBody>
      </p:sp>
      <p:sp>
        <p:nvSpPr>
          <p:cNvPr id="7" name="p79-612">
            <a:extLst xmlns:a="http://schemas.openxmlformats.org/drawingml/2006/main">
              <a:ext uri="{FF2B5EF4-FFF2-40B4-BE49-F238E27FC236}">
                <a16:creationId xmlns:a16="http://schemas.microsoft.com/office/drawing/2014/main" id="{455F2CC9-216B-4DC6-BCE4-F10FB1A8F8D0}"/>
              </a:ext>
            </a:extLst>
          </p:cNvPr>
          <p:cNvSpPr>
            <a:spLocks xmlns:a="http://schemas.openxmlformats.org/drawingml/2006/main" noGrp="1"/>
          </p:cNvSpPr>
          <p:nvPr/>
        </p:nvSpPr>
        <p:spPr>
          <a:xfrm xmlns:a="http://schemas.openxmlformats.org/drawingml/2006/main">
            <a:off x="819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Publicador</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aula/mensagem</a:t>
            </a:r>
          </a:p>
        </p:txBody>
      </p:sp>
      <p:sp>
        <p:nvSpPr>
          <p:cNvPr id="8" name="p79-613">
            <a:extLst xmlns:a="http://schemas.openxmlformats.org/drawingml/2006/main">
              <a:ext uri="{FF2B5EF4-FFF2-40B4-BE49-F238E27FC236}">
                <a16:creationId xmlns:a16="http://schemas.microsoft.com/office/drawing/2014/main" id="{C031A21D-0A64-4F47-B5EC-A73F33033DCD}"/>
              </a:ext>
            </a:extLst>
          </p:cNvPr>
          <p:cNvSpPr>
            <a:spLocks xmlns:a="http://schemas.openxmlformats.org/drawingml/2006/main" noGrp="1"/>
          </p:cNvSpPr>
          <p:nvPr/>
        </p:nvSpPr>
        <p:spPr>
          <a:xfrm xmlns:a="http://schemas.openxmlformats.org/drawingml/2006/main">
            <a:off x="4368800" y="2667000"/>
            <a:ext cx="3454400" cy="1571625"/>
          </a:xfrm>
          <a:prstGeom xmlns:a="http://schemas.openxmlformats.org/drawingml/2006/main" prst="roundRect">
            <a:avLst>
              <a:gd name="adj" fmla="val 4848"/>
            </a:avLst>
          </a:prstGeom>
          <a:solidFill xmlns:a="http://schemas.openxmlformats.org/drawingml/2006/main">
            <a:srgbClr val="E1ECF4"/>
          </a:solidFill>
          <a:ln xmlns:a="http://schemas.openxmlformats.org/drawingml/2006/main" w="0">
            <a:noFill/>
            <a:prstDash val="solid"/>
          </a:ln>
        </p:spPr>
      </p:sp>
      <p:sp>
        <p:nvSpPr>
          <p:cNvPr id="9" name="p79-614">
            <a:extLst xmlns:a="http://schemas.openxmlformats.org/drawingml/2006/main">
              <a:ext uri="{FF2B5EF4-FFF2-40B4-BE49-F238E27FC236}">
                <a16:creationId xmlns:a16="http://schemas.microsoft.com/office/drawing/2014/main" id="{ACB4D8DE-9E85-4A11-B276-01556A68296A}"/>
              </a:ext>
            </a:extLst>
          </p:cNvPr>
          <p:cNvSpPr>
            <a:spLocks xmlns:a="http://schemas.openxmlformats.org/drawingml/2006/main" noGrp="1"/>
          </p:cNvSpPr>
          <p:nvPr/>
        </p:nvSpPr>
        <p:spPr>
          <a:xfrm xmlns:a="http://schemas.openxmlformats.org/drawingml/2006/main">
            <a:off x="4502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02</a:t>
            </a:r>
          </a:p>
        </p:txBody>
      </p:sp>
      <p:sp>
        <p:nvSpPr>
          <p:cNvPr id="10" name="p79-615">
            <a:extLst xmlns:a="http://schemas.openxmlformats.org/drawingml/2006/main">
              <a:ext uri="{FF2B5EF4-FFF2-40B4-BE49-F238E27FC236}">
                <a16:creationId xmlns:a16="http://schemas.microsoft.com/office/drawing/2014/main" id="{4F12D488-EB1E-4AA4-A5D4-E7E7B61779AA}"/>
              </a:ext>
            </a:extLst>
          </p:cNvPr>
          <p:cNvSpPr>
            <a:spLocks xmlns:a="http://schemas.openxmlformats.org/drawingml/2006/main" noGrp="1"/>
          </p:cNvSpPr>
          <p:nvPr/>
        </p:nvSpPr>
        <p:spPr>
          <a:xfrm xmlns:a="http://schemas.openxmlformats.org/drawingml/2006/main">
            <a:off x="4502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Broker</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127.0.0.1:18839</a:t>
            </a:r>
          </a:p>
        </p:txBody>
      </p:sp>
      <p:sp>
        <p:nvSpPr>
          <p:cNvPr id="11" name="p79-616">
            <a:extLst xmlns:a="http://schemas.openxmlformats.org/drawingml/2006/main">
              <a:ext uri="{FF2B5EF4-FFF2-40B4-BE49-F238E27FC236}">
                <a16:creationId xmlns:a16="http://schemas.microsoft.com/office/drawing/2014/main" id="{EE9028BE-DC09-4549-8F4B-ABFC50C645F3}"/>
              </a:ext>
            </a:extLst>
          </p:cNvPr>
          <p:cNvSpPr>
            <a:spLocks xmlns:a="http://schemas.openxmlformats.org/drawingml/2006/main" noGrp="1"/>
          </p:cNvSpPr>
          <p:nvPr/>
        </p:nvSpPr>
        <p:spPr>
          <a:xfrm xmlns:a="http://schemas.openxmlformats.org/drawingml/2006/main">
            <a:off x="8051800" y="2667000"/>
            <a:ext cx="3454400" cy="1571625"/>
          </a:xfrm>
          <a:prstGeom xmlns:a="http://schemas.openxmlformats.org/drawingml/2006/main" prst="roundRect">
            <a:avLst>
              <a:gd name="adj" fmla="val 4848"/>
            </a:avLst>
          </a:prstGeom>
          <a:solidFill xmlns:a="http://schemas.openxmlformats.org/drawingml/2006/main">
            <a:srgbClr val="F5E5DB"/>
          </a:solidFill>
          <a:ln xmlns:a="http://schemas.openxmlformats.org/drawingml/2006/main" w="0">
            <a:noFill/>
            <a:prstDash val="solid"/>
          </a:ln>
        </p:spPr>
      </p:sp>
      <p:sp>
        <p:nvSpPr>
          <p:cNvPr id="12" name="p79-617">
            <a:extLst xmlns:a="http://schemas.openxmlformats.org/drawingml/2006/main">
              <a:ext uri="{FF2B5EF4-FFF2-40B4-BE49-F238E27FC236}">
                <a16:creationId xmlns:a16="http://schemas.microsoft.com/office/drawing/2014/main" id="{D29B3B3F-177D-4773-8202-B9A231D6B674}"/>
              </a:ext>
            </a:extLst>
          </p:cNvPr>
          <p:cNvSpPr>
            <a:spLocks xmlns:a="http://schemas.openxmlformats.org/drawingml/2006/main" noGrp="1"/>
          </p:cNvSpPr>
          <p:nvPr/>
        </p:nvSpPr>
        <p:spPr>
          <a:xfrm xmlns:a="http://schemas.openxmlformats.org/drawingml/2006/main">
            <a:off x="8185150" y="2857500"/>
            <a:ext cx="318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B84F29"/>
                </a:solidFill>
                <a:latin typeface="Arial"/>
                <a:ea typeface="Arial"/>
                <a:cs typeface="Arial"/>
              </a:defRPr>
            </a:defPPr>
          </a:lstStyle>
          <a:p xmlns:a="http://schemas.openxmlformats.org/drawingml/2006/main">
            <a:pPr>
              <a:defRPr sz="1350" b="1">
                <a:solidFill>
                  <a:srgbClr val="B84F29"/>
                </a:solidFill>
                <a:latin typeface="Arial"/>
                <a:ea typeface="Arial"/>
                <a:cs typeface="Arial"/>
              </a:defRPr>
            </a:pPr>
            <a:r>
              <a:rPr sz="1350" b="1">
                <a:solidFill>
                  <a:srgbClr val="B84F29"/>
                </a:solidFill>
                <a:latin typeface="Arial"/>
                <a:ea typeface="Arial"/>
                <a:cs typeface="Arial"/>
              </a:rPr>
              <a:t>03</a:t>
            </a:r>
          </a:p>
        </p:txBody>
      </p:sp>
      <p:sp>
        <p:nvSpPr>
          <p:cNvPr id="13" name="p79-618">
            <a:extLst xmlns:a="http://schemas.openxmlformats.org/drawingml/2006/main">
              <a:ext uri="{FF2B5EF4-FFF2-40B4-BE49-F238E27FC236}">
                <a16:creationId xmlns:a16="http://schemas.microsoft.com/office/drawing/2014/main" id="{4DDC54E6-AC4E-4507-A6A1-4B76FBD8D0A7}"/>
              </a:ext>
            </a:extLst>
          </p:cNvPr>
          <p:cNvSpPr>
            <a:spLocks xmlns:a="http://schemas.openxmlformats.org/drawingml/2006/main" noGrp="1"/>
          </p:cNvSpPr>
          <p:nvPr/>
        </p:nvSpPr>
        <p:spPr>
          <a:xfrm xmlns:a="http://schemas.openxmlformats.org/drawingml/2006/main">
            <a:off x="8185150" y="3276600"/>
            <a:ext cx="3187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02B43"/>
                </a:solidFill>
                <a:latin typeface="Arial"/>
                <a:ea typeface="Arial"/>
                <a:cs typeface="Arial"/>
              </a:defRPr>
            </a:defPPr>
          </a:lstStyle>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Assinante</a:t>
            </a:r>
          </a:p>
          <a:p xmlns:a="http://schemas.openxmlformats.org/drawingml/2006/main">
            <a:pPr>
              <a:defRPr sz="1950" b="1">
                <a:solidFill>
                  <a:srgbClr val="102B43"/>
                </a:solidFill>
                <a:latin typeface="Arial"/>
                <a:ea typeface="Arial"/>
                <a:cs typeface="Arial"/>
              </a:defRPr>
            </a:pPr>
            <a:r>
              <a:rPr sz="1950" b="1">
                <a:solidFill>
                  <a:srgbClr val="102B43"/>
                </a:solidFill>
                <a:latin typeface="Arial"/>
                <a:ea typeface="Arial"/>
                <a:cs typeface="Arial"/>
              </a:rPr>
              <a:t>Recebe a mensagem</a:t>
            </a:r>
          </a:p>
        </p:txBody>
      </p:sp>
      <p:sp>
        <p:nvSpPr>
          <p:cNvPr id="16" name="p79-619">
            <a:extLst xmlns:a="http://schemas.openxmlformats.org/drawingml/2006/main">
              <a:ext uri="{FF2B5EF4-FFF2-40B4-BE49-F238E27FC236}">
                <a16:creationId xmlns:a16="http://schemas.microsoft.com/office/drawing/2014/main" id="{D3AD8BD7-25FD-46B6-9518-7D508EFCB024}"/>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476078"/>
                </a:solidFill>
                <a:latin typeface="Arial"/>
                <a:ea typeface="Arial"/>
                <a:cs typeface="Arial"/>
              </a:defRPr>
            </a:defPPr>
          </a:lstStyle>
          <a:p xmlns:a="http://schemas.openxmlformats.org/drawingml/2006/main">
            <a:pPr>
              <a:defRPr sz="1875" b="0">
                <a:solidFill>
                  <a:srgbClr val="476078"/>
                </a:solidFill>
                <a:latin typeface="Arial"/>
                <a:ea typeface="Arial"/>
                <a:cs typeface="Arial"/>
              </a:defRPr>
            </a:pPr>
            <a:r>
              <a:rPr sz="1875" b="0">
                <a:solidFill>
                  <a:srgbClr val="476078"/>
                </a:solidFill>
                <a:latin typeface="Arial"/>
                <a:ea typeface="Arial"/>
                <a:cs typeface="Arial"/>
              </a:rPr>
              <a:t>Comece pelo broker, depois pelo assinante e por último pelo publicador</a:t>
            </a:r>
          </a:p>
        </p:txBody>
      </p:sp>
      <p:sp>
        <p:nvSpPr>
          <p:cNvPr id="17" name="p79-620">
            <a:extLst xmlns:a="http://schemas.openxmlformats.org/drawingml/2006/main">
              <a:ext uri="{FF2B5EF4-FFF2-40B4-BE49-F238E27FC236}">
                <a16:creationId xmlns:a16="http://schemas.microsoft.com/office/drawing/2014/main" id="{5599DD73-8E5C-4C2F-B84B-17C3D41B1423}"/>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8" name="p79-621">
            <a:extLst xmlns:a="http://schemas.openxmlformats.org/drawingml/2006/main">
              <a:ext uri="{FF2B5EF4-FFF2-40B4-BE49-F238E27FC236}">
                <a16:creationId xmlns:a16="http://schemas.microsoft.com/office/drawing/2014/main" id="{82D50BD0-F1E1-4047-A409-38990A1A09A5}"/>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9" name="p79-622">
            <a:extLst xmlns:a="http://schemas.openxmlformats.org/drawingml/2006/main">
              <a:ext uri="{FF2B5EF4-FFF2-40B4-BE49-F238E27FC236}">
                <a16:creationId xmlns:a16="http://schemas.microsoft.com/office/drawing/2014/main" id="{18C2D858-1068-4D88-A117-64976058694B}"/>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33</a:t>
            </a:r>
          </a:p>
        </p:txBody>
      </p:sp>
    </p:spTree>
    <p:extLst>
      <p:ext uri="{BB962C8B-B14F-4D97-AF65-F5344CB8AC3E}">
        <p14:creationId xmlns:p14="http://schemas.microsoft.com/office/powerpoint/2010/main" val="1537518454"/>
      </p:ext>
    </p:extLst>
  </p:cSld>
</p:sld>
</file>

<file path=ppt/slides/slide3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p79-623">
            <a:extLst xmlns:a="http://schemas.openxmlformats.org/drawingml/2006/main">
              <a:ext uri="{FF2B5EF4-FFF2-40B4-BE49-F238E27FC236}">
                <a16:creationId xmlns:a16="http://schemas.microsoft.com/office/drawing/2014/main" id="{9505FE25-B7E7-43B8-9666-EDE6AE8687C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624">
            <a:extLst xmlns:a="http://schemas.openxmlformats.org/drawingml/2006/main">
              <a:ext uri="{FF2B5EF4-FFF2-40B4-BE49-F238E27FC236}">
                <a16:creationId xmlns:a16="http://schemas.microsoft.com/office/drawing/2014/main" id="{6E0DF34E-9274-4785-816D-72718A4F6D25}"/>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Seção 5 — Completar os arquivos, validar e criar o commit, R10</a:t>
            </a:r>
          </a:p>
        </p:txBody>
      </p:sp>
      <p:sp>
        <p:nvSpPr>
          <p:cNvPr id="3" name="p79-625">
            <a:extLst xmlns:a="http://schemas.openxmlformats.org/drawingml/2006/main">
              <a:ext uri="{FF2B5EF4-FFF2-40B4-BE49-F238E27FC236}">
                <a16:creationId xmlns:a16="http://schemas.microsoft.com/office/drawing/2014/main" id="{668FA8AA-C3BC-4941-8A1B-842B1BCB0B00}"/>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Aula 16 — Criar seu primeiro commit</a:t>
            </a:r>
          </a:p>
        </p:txBody>
      </p:sp>
      <p:sp>
        <p:nvSpPr>
          <p:cNvPr id="4" name="p79-626">
            <a:extLst xmlns:a="http://schemas.openxmlformats.org/drawingml/2006/main">
              <a:ext uri="{FF2B5EF4-FFF2-40B4-BE49-F238E27FC236}">
                <a16:creationId xmlns:a16="http://schemas.microsoft.com/office/drawing/2014/main" id="{8DAF8060-5066-4623-83A3-57616D1B500D}"/>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commit registra uma versão revisada</a:t>
            </a:r>
          </a:p>
        </p:txBody>
      </p:sp>
      <p:sp>
        <p:nvSpPr>
          <p:cNvPr id="5" name="p79-627">
            <a:extLst xmlns:a="http://schemas.openxmlformats.org/drawingml/2006/main">
              <a:ext uri="{FF2B5EF4-FFF2-40B4-BE49-F238E27FC236}">
                <a16:creationId xmlns:a16="http://schemas.microsoft.com/office/drawing/2014/main" id="{FDCA9F8B-96C9-4254-93F4-183F327EB863}"/>
              </a:ext>
            </a:extLst>
          </p:cNvPr>
          <p:cNvSpPr>
            <a:spLocks xmlns:a="http://schemas.openxmlformats.org/drawingml/2006/main" noGrp="1"/>
          </p:cNvSpPr>
          <p:nvPr/>
        </p:nvSpPr>
        <p:spPr>
          <a:xfrm xmlns:a="http://schemas.openxmlformats.org/drawingml/2006/main">
            <a:off x="685800" y="2514600"/>
            <a:ext cx="6191250" cy="32385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6" name="p79-628">
            <a:extLst xmlns:a="http://schemas.openxmlformats.org/drawingml/2006/main">
              <a:ext uri="{FF2B5EF4-FFF2-40B4-BE49-F238E27FC236}">
                <a16:creationId xmlns:a16="http://schemas.microsoft.com/office/drawing/2014/main" id="{DD30C50B-6F29-4276-A418-2ED08DF5860A}"/>
              </a:ext>
            </a:extLst>
          </p:cNvPr>
          <p:cNvSpPr>
            <a:spLocks xmlns:a="http://schemas.openxmlformats.org/drawingml/2006/main" noGrp="1"/>
          </p:cNvSpPr>
          <p:nvPr/>
        </p:nvSpPr>
        <p:spPr>
          <a:xfrm xmlns:a="http://schemas.openxmlformats.org/drawingml/2006/main">
            <a:off x="895350" y="2771775"/>
            <a:ext cx="57531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9F2F8"/>
                </a:solidFill>
                <a:latin typeface="Consolas"/>
                <a:ea typeface="Consolas"/>
                <a:cs typeface="Consolas"/>
              </a:defRPr>
            </a:defPPr>
          </a:lstStyle>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init -b main</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status --short</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add .</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diff --cached --stat</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diff --cached</a:t>
            </a:r>
          </a:p>
          <a:p xmlns:a="http://schemas.openxmlformats.org/drawingml/2006/main">
            <a:pPr>
              <a:defRPr sz="1725" b="0">
                <a:solidFill>
                  <a:srgbClr val="E9F2F8"/>
                </a:solidFill>
                <a:latin typeface="Consolas"/>
                <a:ea typeface="Consolas"/>
                <a:cs typeface="Consolas"/>
              </a:defRPr>
            </a:pPr>
            <a:r>
              <a:rPr sz="1725" b="0">
                <a:solidFill>
                  <a:srgbClr val="E9F2F8"/>
                </a:solidFill>
                <a:latin typeface="Consolas"/>
                <a:ea typeface="Consolas"/>
                <a:cs typeface="Consolas"/>
              </a:rPr>
              <a:t>git commit -m "feat: criar primeiro broker e clientes MQTT"</a:t>
            </a:r>
          </a:p>
        </p:txBody>
      </p:sp>
      <p:sp>
        <p:nvSpPr>
          <p:cNvPr id="7" name="p79-629">
            <a:extLst xmlns:a="http://schemas.openxmlformats.org/drawingml/2006/main">
              <a:ext uri="{FF2B5EF4-FFF2-40B4-BE49-F238E27FC236}">
                <a16:creationId xmlns:a16="http://schemas.microsoft.com/office/drawing/2014/main" id="{DC4A9110-88FF-4B6C-B38C-AA392A923C0D}"/>
              </a:ext>
            </a:extLst>
          </p:cNvPr>
          <p:cNvSpPr>
            <a:spLocks xmlns:a="http://schemas.openxmlformats.org/drawingml/2006/main" noGrp="1"/>
          </p:cNvSpPr>
          <p:nvPr/>
        </p:nvSpPr>
        <p:spPr>
          <a:xfrm xmlns:a="http://schemas.openxmlformats.org/drawingml/2006/main">
            <a:off x="7219950" y="25717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Execute na pasta do exercício</a:t>
            </a:r>
          </a:p>
        </p:txBody>
      </p:sp>
      <p:sp>
        <p:nvSpPr>
          <p:cNvPr id="8" name="p79-630">
            <a:extLst xmlns:a="http://schemas.openxmlformats.org/drawingml/2006/main">
              <a:ext uri="{FF2B5EF4-FFF2-40B4-BE49-F238E27FC236}">
                <a16:creationId xmlns:a16="http://schemas.microsoft.com/office/drawing/2014/main" id="{42A3F4DA-65D9-4278-92A5-A17A928F82CF}"/>
              </a:ext>
            </a:extLst>
          </p:cNvPr>
          <p:cNvSpPr>
            <a:spLocks xmlns:a="http://schemas.openxmlformats.org/drawingml/2006/main" noGrp="1"/>
          </p:cNvSpPr>
          <p:nvPr/>
        </p:nvSpPr>
        <p:spPr>
          <a:xfrm xmlns:a="http://schemas.openxmlformats.org/drawingml/2006/main">
            <a:off x="7219950" y="336232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Revise arquivos e conteúdo antes de comitar</a:t>
            </a:r>
          </a:p>
        </p:txBody>
      </p:sp>
      <p:sp>
        <p:nvSpPr>
          <p:cNvPr id="9" name="p79-631">
            <a:extLst xmlns:a="http://schemas.openxmlformats.org/drawingml/2006/main">
              <a:ext uri="{FF2B5EF4-FFF2-40B4-BE49-F238E27FC236}">
                <a16:creationId xmlns:a16="http://schemas.microsoft.com/office/drawing/2014/main" id="{C1D29F83-C07B-4C39-804A-0247F03F775E}"/>
              </a:ext>
            </a:extLst>
          </p:cNvPr>
          <p:cNvSpPr>
            <a:spLocks xmlns:a="http://schemas.openxmlformats.org/drawingml/2006/main" noGrp="1"/>
          </p:cNvSpPr>
          <p:nvPr/>
        </p:nvSpPr>
        <p:spPr>
          <a:xfrm xmlns:a="http://schemas.openxmlformats.org/drawingml/2006/main">
            <a:off x="7219950" y="415290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Estado e segredos ficam fora do Git</a:t>
            </a:r>
          </a:p>
        </p:txBody>
      </p:sp>
      <p:sp>
        <p:nvSpPr>
          <p:cNvPr id="10" name="p79-632">
            <a:extLst xmlns:a="http://schemas.openxmlformats.org/drawingml/2006/main">
              <a:ext uri="{FF2B5EF4-FFF2-40B4-BE49-F238E27FC236}">
                <a16:creationId xmlns:a16="http://schemas.microsoft.com/office/drawing/2014/main" id="{C604098A-3C01-42FC-A799-5901E3B44484}"/>
              </a:ext>
            </a:extLst>
          </p:cNvPr>
          <p:cNvSpPr>
            <a:spLocks xmlns:a="http://schemas.openxmlformats.org/drawingml/2006/main" noGrp="1"/>
          </p:cNvSpPr>
          <p:nvPr/>
        </p:nvSpPr>
        <p:spPr>
          <a:xfrm xmlns:a="http://schemas.openxmlformats.org/drawingml/2006/main">
            <a:off x="7219950" y="4943475"/>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SHA novo é esperado, mesmo com arquivos iguais</a:t>
            </a:r>
          </a:p>
        </p:txBody>
      </p:sp>
      <p:sp>
        <p:nvSpPr>
          <p:cNvPr id="11" name="p79-633">
            <a:extLst xmlns:a="http://schemas.openxmlformats.org/drawingml/2006/main">
              <a:ext uri="{FF2B5EF4-FFF2-40B4-BE49-F238E27FC236}">
                <a16:creationId xmlns:a16="http://schemas.microsoft.com/office/drawing/2014/main" id="{5D5CF6B2-8465-4969-BF9C-A6F5BEB24762}"/>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2" name="p79-634">
            <a:extLst xmlns:a="http://schemas.openxmlformats.org/drawingml/2006/main">
              <a:ext uri="{FF2B5EF4-FFF2-40B4-BE49-F238E27FC236}">
                <a16:creationId xmlns:a16="http://schemas.microsoft.com/office/drawing/2014/main" id="{1F573D7F-688C-4E7D-9393-894CB31D88BC}"/>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3" name="p79-635">
            <a:extLst xmlns:a="http://schemas.openxmlformats.org/drawingml/2006/main">
              <a:ext uri="{FF2B5EF4-FFF2-40B4-BE49-F238E27FC236}">
                <a16:creationId xmlns:a16="http://schemas.microsoft.com/office/drawing/2014/main" id="{51E92E11-D529-4BC1-8B5F-B3348788321A}"/>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34</a:t>
            </a:r>
          </a:p>
        </p:txBody>
      </p:sp>
    </p:spTree>
    <p:extLst>
      <p:ext uri="{BB962C8B-B14F-4D97-AF65-F5344CB8AC3E}">
        <p14:creationId xmlns:p14="http://schemas.microsoft.com/office/powerpoint/2010/main" val="1568070471"/>
      </p:ext>
    </p:extLst>
  </p:cSld>
</p:sld>
</file>

<file path=ppt/slides/slide3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8" name="p79-636">
            <a:extLst xmlns:a="http://schemas.openxmlformats.org/drawingml/2006/main">
              <a:ext uri="{FF2B5EF4-FFF2-40B4-BE49-F238E27FC236}">
                <a16:creationId xmlns:a16="http://schemas.microsoft.com/office/drawing/2014/main" id="{DE369073-0DF0-4D7D-9EFF-7065A01770A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84F29"/>
          </a:solidFill>
          <a:ln xmlns:a="http://schemas.openxmlformats.org/drawingml/2006/main" w="0">
            <a:noFill/>
            <a:prstDash val="solid"/>
          </a:ln>
        </p:spPr>
      </p:sp>
      <p:sp>
        <p:nvSpPr>
          <p:cNvPr id="2" name="p79-637">
            <a:extLst xmlns:a="http://schemas.openxmlformats.org/drawingml/2006/main">
              <a:ext uri="{FF2B5EF4-FFF2-40B4-BE49-F238E27FC236}">
                <a16:creationId xmlns:a16="http://schemas.microsoft.com/office/drawing/2014/main" id="{C7F01EE5-3A31-418B-99D6-726B4D3E9AC1}"/>
              </a:ext>
            </a:extLst>
          </p:cNvPr>
          <p:cNvSpPr>
            <a:spLocks xmlns:a="http://schemas.openxmlformats.org/drawingml/2006/main" noGrp="1"/>
          </p:cNvSpPr>
          <p:nvPr/>
        </p:nvSpPr>
        <p:spPr>
          <a:xfrm xmlns:a="http://schemas.openxmlformats.org/drawingml/2006/main">
            <a:off x="685800" y="3333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26A9D"/>
                </a:solidFill>
                <a:latin typeface="Arial"/>
                <a:ea typeface="Arial"/>
                <a:cs typeface="Arial"/>
              </a:defRPr>
            </a:defPPr>
          </a:lstStyle>
          <a:p xmlns:a="http://schemas.openxmlformats.org/drawingml/2006/main">
            <a:pPr>
              <a:defRPr sz="1425" b="1">
                <a:solidFill>
                  <a:srgbClr val="226A9D"/>
                </a:solidFill>
                <a:latin typeface="Arial"/>
                <a:ea typeface="Arial"/>
                <a:cs typeface="Arial"/>
              </a:defRPr>
            </a:pPr>
            <a:r>
              <a:rPr sz="1425" b="1">
                <a:solidFill>
                  <a:srgbClr val="226A9D"/>
                </a:solidFill>
                <a:latin typeface="Arial"/>
                <a:ea typeface="Arial"/>
                <a:cs typeface="Arial"/>
              </a:rPr>
              <a:t>Conclusão desta parte</a:t>
            </a:r>
          </a:p>
        </p:txBody>
      </p:sp>
      <p:sp>
        <p:nvSpPr>
          <p:cNvPr id="3" name="p79-638">
            <a:extLst xmlns:a="http://schemas.openxmlformats.org/drawingml/2006/main">
              <a:ext uri="{FF2B5EF4-FFF2-40B4-BE49-F238E27FC236}">
                <a16:creationId xmlns:a16="http://schemas.microsoft.com/office/drawing/2014/main" id="{6FCA1BE2-ED34-43BA-876F-8C3B87712D30}"/>
              </a:ext>
            </a:extLst>
          </p:cNvPr>
          <p:cNvSpPr>
            <a:spLocks xmlns:a="http://schemas.openxmlformats.org/drawingml/2006/main" noGrp="1"/>
          </p:cNvSpPr>
          <p:nvPr/>
        </p:nvSpPr>
        <p:spPr>
          <a:xfrm xmlns:a="http://schemas.openxmlformats.org/drawingml/2006/main">
            <a:off x="685800" y="7905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476078"/>
                </a:solidFill>
                <a:latin typeface="Arial"/>
                <a:ea typeface="Arial"/>
                <a:cs typeface="Arial"/>
              </a:defRPr>
            </a:defPPr>
          </a:lstStyle>
          <a:p xmlns:a="http://schemas.openxmlformats.org/drawingml/2006/main">
            <a:pPr>
              <a:defRPr sz="1575" b="0">
                <a:solidFill>
                  <a:srgbClr val="476078"/>
                </a:solidFill>
                <a:latin typeface="Arial"/>
                <a:ea typeface="Arial"/>
                <a:cs typeface="Arial"/>
              </a:defRPr>
            </a:pPr>
            <a:r>
              <a:rPr sz="1575" b="0">
                <a:solidFill>
                  <a:srgbClr val="476078"/>
                </a:solidFill>
                <a:latin typeface="Arial"/>
                <a:ea typeface="Arial"/>
                <a:cs typeface="Arial"/>
              </a:rPr>
              <a:t>Próximas evoluções</a:t>
            </a:r>
          </a:p>
        </p:txBody>
      </p:sp>
      <p:sp>
        <p:nvSpPr>
          <p:cNvPr id="4" name="p79-639">
            <a:extLst xmlns:a="http://schemas.openxmlformats.org/drawingml/2006/main">
              <a:ext uri="{FF2B5EF4-FFF2-40B4-BE49-F238E27FC236}">
                <a16:creationId xmlns:a16="http://schemas.microsoft.com/office/drawing/2014/main" id="{E648CD03-87F7-44E3-8FA5-29B5644EE108}"/>
              </a:ext>
            </a:extLst>
          </p:cNvPr>
          <p:cNvSpPr>
            <a:spLocks xmlns:a="http://schemas.openxmlformats.org/drawingml/2006/main" noGrp="1"/>
          </p:cNvSpPr>
          <p:nvPr/>
        </p:nvSpPr>
        <p:spPr>
          <a:xfrm xmlns:a="http://schemas.openxmlformats.org/drawingml/2006/main">
            <a:off x="685800" y="1390650"/>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02B43"/>
                </a:solidFill>
                <a:latin typeface="Arial"/>
                <a:ea typeface="Arial"/>
                <a:cs typeface="Arial"/>
              </a:defRPr>
            </a:defPPr>
          </a:lstStyle>
          <a:p xmlns:a="http://schemas.openxmlformats.org/drawingml/2006/main">
            <a:pPr>
              <a:defRPr sz="2850" b="1">
                <a:solidFill>
                  <a:srgbClr val="102B43"/>
                </a:solidFill>
                <a:latin typeface="Arial"/>
                <a:ea typeface="Arial"/>
                <a:cs typeface="Arial"/>
              </a:defRPr>
            </a:pPr>
            <a:r>
              <a:rPr sz="2850" b="1">
                <a:solidFill>
                  <a:srgbClr val="102B43"/>
                </a:solidFill>
                <a:latin typeface="Arial"/>
                <a:ea typeface="Arial"/>
                <a:cs typeface="Arial"/>
              </a:rPr>
              <a:t>O primeiro commit é uma base de estudo</a:t>
            </a:r>
          </a:p>
        </p:txBody>
      </p:sp>
      <p:sp>
        <p:nvSpPr>
          <p:cNvPr id="5" name="p79-640">
            <a:extLst xmlns:a="http://schemas.openxmlformats.org/drawingml/2006/main">
              <a:ext uri="{FF2B5EF4-FFF2-40B4-BE49-F238E27FC236}">
                <a16:creationId xmlns:a16="http://schemas.microsoft.com/office/drawing/2014/main" id="{0DD1B731-980F-4F1B-A57C-8823285C1A08}"/>
              </a:ext>
            </a:extLst>
          </p:cNvPr>
          <p:cNvSpPr>
            <a:spLocks xmlns:a="http://schemas.openxmlformats.org/drawingml/2006/main" noGrp="1"/>
          </p:cNvSpPr>
          <p:nvPr/>
        </p:nvSpPr>
        <p:spPr>
          <a:xfrm xmlns:a="http://schemas.openxmlformats.org/drawingml/2006/main">
            <a:off x="685800" y="26670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01</a:t>
            </a:r>
          </a:p>
        </p:txBody>
      </p:sp>
      <p:sp>
        <p:nvSpPr>
          <p:cNvPr id="6" name="p79-641">
            <a:extLst xmlns:a="http://schemas.openxmlformats.org/drawingml/2006/main">
              <a:ext uri="{FF2B5EF4-FFF2-40B4-BE49-F238E27FC236}">
                <a16:creationId xmlns:a16="http://schemas.microsoft.com/office/drawing/2014/main" id="{56F0BB20-317E-4C18-8877-B8E097037E78}"/>
              </a:ext>
            </a:extLst>
          </p:cNvPr>
          <p:cNvSpPr>
            <a:spLocks xmlns:a="http://schemas.openxmlformats.org/drawingml/2006/main" noGrp="1"/>
          </p:cNvSpPr>
          <p:nvPr/>
        </p:nvSpPr>
        <p:spPr>
          <a:xfrm xmlns:a="http://schemas.openxmlformats.org/drawingml/2006/main">
            <a:off x="1276350" y="26670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Reconstrução concluída com código acumulado</a:t>
            </a:r>
          </a:p>
        </p:txBody>
      </p:sp>
      <p:sp>
        <p:nvSpPr>
          <p:cNvPr id="7" name="p79-642">
            <a:extLst xmlns:a="http://schemas.openxmlformats.org/drawingml/2006/main">
              <a:ext uri="{FF2B5EF4-FFF2-40B4-BE49-F238E27FC236}">
                <a16:creationId xmlns:a16="http://schemas.microsoft.com/office/drawing/2014/main" id="{EF0384D8-6ED3-43E5-8697-65DF40FC63FA}"/>
              </a:ext>
            </a:extLst>
          </p:cNvPr>
          <p:cNvSpPr>
            <a:spLocks xmlns:a="http://schemas.openxmlformats.org/drawingml/2006/main" noGrp="1"/>
          </p:cNvSpPr>
          <p:nvPr/>
        </p:nvSpPr>
        <p:spPr>
          <a:xfrm xmlns:a="http://schemas.openxmlformats.org/drawingml/2006/main">
            <a:off x="685800" y="324802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02</a:t>
            </a:r>
          </a:p>
        </p:txBody>
      </p:sp>
      <p:sp>
        <p:nvSpPr>
          <p:cNvPr id="8" name="p79-643">
            <a:extLst xmlns:a="http://schemas.openxmlformats.org/drawingml/2006/main">
              <a:ext uri="{FF2B5EF4-FFF2-40B4-BE49-F238E27FC236}">
                <a16:creationId xmlns:a16="http://schemas.microsoft.com/office/drawing/2014/main" id="{5C931AB2-4284-4164-B5AC-084463667466}"/>
              </a:ext>
            </a:extLst>
          </p:cNvPr>
          <p:cNvSpPr>
            <a:spLocks xmlns:a="http://schemas.openxmlformats.org/drawingml/2006/main" noGrp="1"/>
          </p:cNvSpPr>
          <p:nvPr/>
        </p:nvSpPr>
        <p:spPr>
          <a:xfrm xmlns:a="http://schemas.openxmlformats.org/drawingml/2006/main">
            <a:off x="1276350" y="32480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Use o guia para revisar funções e bibliotecas</a:t>
            </a:r>
          </a:p>
        </p:txBody>
      </p:sp>
      <p:sp>
        <p:nvSpPr>
          <p:cNvPr id="9" name="p79-644">
            <a:extLst xmlns:a="http://schemas.openxmlformats.org/drawingml/2006/main">
              <a:ext uri="{FF2B5EF4-FFF2-40B4-BE49-F238E27FC236}">
                <a16:creationId xmlns:a16="http://schemas.microsoft.com/office/drawing/2014/main" id="{2556A310-D2E4-40B9-A299-6EDC8B14F143}"/>
              </a:ext>
            </a:extLst>
          </p:cNvPr>
          <p:cNvSpPr>
            <a:spLocks xmlns:a="http://schemas.openxmlformats.org/drawingml/2006/main" noGrp="1"/>
          </p:cNvSpPr>
          <p:nvPr/>
        </p:nvSpPr>
        <p:spPr>
          <a:xfrm xmlns:a="http://schemas.openxmlformats.org/drawingml/2006/main">
            <a:off x="685800" y="382905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03</a:t>
            </a:r>
          </a:p>
        </p:txBody>
      </p:sp>
      <p:sp>
        <p:nvSpPr>
          <p:cNvPr id="10" name="p79-645">
            <a:extLst xmlns:a="http://schemas.openxmlformats.org/drawingml/2006/main">
              <a:ext uri="{FF2B5EF4-FFF2-40B4-BE49-F238E27FC236}">
                <a16:creationId xmlns:a16="http://schemas.microsoft.com/office/drawing/2014/main" id="{70F6016E-6AFF-49ED-8D11-492CB826E597}"/>
              </a:ext>
            </a:extLst>
          </p:cNvPr>
          <p:cNvSpPr>
            <a:spLocks xmlns:a="http://schemas.openxmlformats.org/drawingml/2006/main" noGrp="1"/>
          </p:cNvSpPr>
          <p:nvPr/>
        </p:nvSpPr>
        <p:spPr>
          <a:xfrm xmlns:a="http://schemas.openxmlformats.org/drawingml/2006/main">
            <a:off x="1276350" y="38290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Novas funcionalidades terão novos prompts e checkpoints</a:t>
            </a:r>
          </a:p>
        </p:txBody>
      </p:sp>
      <p:sp>
        <p:nvSpPr>
          <p:cNvPr id="11" name="p79-646">
            <a:extLst xmlns:a="http://schemas.openxmlformats.org/drawingml/2006/main">
              <a:ext uri="{FF2B5EF4-FFF2-40B4-BE49-F238E27FC236}">
                <a16:creationId xmlns:a16="http://schemas.microsoft.com/office/drawing/2014/main" id="{B967FA10-B103-407F-AC90-92E8F0408F44}"/>
              </a:ext>
            </a:extLst>
          </p:cNvPr>
          <p:cNvSpPr>
            <a:spLocks xmlns:a="http://schemas.openxmlformats.org/drawingml/2006/main" noGrp="1"/>
          </p:cNvSpPr>
          <p:nvPr/>
        </p:nvSpPr>
        <p:spPr>
          <a:xfrm xmlns:a="http://schemas.openxmlformats.org/drawingml/2006/main">
            <a:off x="685800" y="4410075"/>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04</a:t>
            </a:r>
          </a:p>
        </p:txBody>
      </p:sp>
      <p:sp>
        <p:nvSpPr>
          <p:cNvPr id="12" name="p79-647">
            <a:extLst xmlns:a="http://schemas.openxmlformats.org/drawingml/2006/main">
              <a:ext uri="{FF2B5EF4-FFF2-40B4-BE49-F238E27FC236}">
                <a16:creationId xmlns:a16="http://schemas.microsoft.com/office/drawing/2014/main" id="{28229D47-83DF-4936-87D2-59864ECFDB47}"/>
              </a:ext>
            </a:extLst>
          </p:cNvPr>
          <p:cNvSpPr>
            <a:spLocks xmlns:a="http://schemas.openxmlformats.org/drawingml/2006/main" noGrp="1"/>
          </p:cNvSpPr>
          <p:nvPr/>
        </p:nvSpPr>
        <p:spPr>
          <a:xfrm xmlns:a="http://schemas.openxmlformats.org/drawingml/2006/main">
            <a:off x="1276350" y="441007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MQTT 5 e WebSockets não pertencem a este snapshot</a:t>
            </a:r>
          </a:p>
        </p:txBody>
      </p:sp>
      <p:sp>
        <p:nvSpPr>
          <p:cNvPr id="13" name="p79-648">
            <a:extLst xmlns:a="http://schemas.openxmlformats.org/drawingml/2006/main">
              <a:ext uri="{FF2B5EF4-FFF2-40B4-BE49-F238E27FC236}">
                <a16:creationId xmlns:a16="http://schemas.microsoft.com/office/drawing/2014/main" id="{20562FD1-7F12-4343-BEF3-F9A356D829BE}"/>
              </a:ext>
            </a:extLst>
          </p:cNvPr>
          <p:cNvSpPr>
            <a:spLocks xmlns:a="http://schemas.openxmlformats.org/drawingml/2006/main" noGrp="1"/>
          </p:cNvSpPr>
          <p:nvPr/>
        </p:nvSpPr>
        <p:spPr>
          <a:xfrm xmlns:a="http://schemas.openxmlformats.org/drawingml/2006/main">
            <a:off x="685800" y="4991100"/>
            <a:ext cx="38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B84F29"/>
                </a:solidFill>
                <a:latin typeface="Arial"/>
                <a:ea typeface="Arial"/>
                <a:cs typeface="Arial"/>
              </a:defRPr>
            </a:defPPr>
          </a:lstStyle>
          <a:p xmlns:a="http://schemas.openxmlformats.org/drawingml/2006/main">
            <a:pPr>
              <a:defRPr sz="1575" b="1">
                <a:solidFill>
                  <a:srgbClr val="B84F29"/>
                </a:solidFill>
                <a:latin typeface="Arial"/>
                <a:ea typeface="Arial"/>
                <a:cs typeface="Arial"/>
              </a:defRPr>
            </a:pPr>
            <a:r>
              <a:rPr sz="1575" b="1">
                <a:solidFill>
                  <a:srgbClr val="B84F29"/>
                </a:solidFill>
                <a:latin typeface="Arial"/>
                <a:ea typeface="Arial"/>
                <a:cs typeface="Arial"/>
              </a:rPr>
              <a:t>05</a:t>
            </a:r>
          </a:p>
        </p:txBody>
      </p:sp>
      <p:sp>
        <p:nvSpPr>
          <p:cNvPr id="14" name="p79-649">
            <a:extLst xmlns:a="http://schemas.openxmlformats.org/drawingml/2006/main">
              <a:ext uri="{FF2B5EF4-FFF2-40B4-BE49-F238E27FC236}">
                <a16:creationId xmlns:a16="http://schemas.microsoft.com/office/drawing/2014/main" id="{436CCE34-26D2-46E2-BF7C-1B7215367EF3}"/>
              </a:ext>
            </a:extLst>
          </p:cNvPr>
          <p:cNvSpPr>
            <a:spLocks xmlns:a="http://schemas.openxmlformats.org/drawingml/2006/main" noGrp="1"/>
          </p:cNvSpPr>
          <p:nvPr/>
        </p:nvSpPr>
        <p:spPr>
          <a:xfrm xmlns:a="http://schemas.openxmlformats.org/drawingml/2006/main">
            <a:off x="1276350" y="499110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02B43"/>
                </a:solidFill>
                <a:latin typeface="Arial"/>
                <a:ea typeface="Arial"/>
                <a:cs typeface="Arial"/>
              </a:defRPr>
            </a:defPPr>
          </a:lstStyle>
          <a:p xmlns:a="http://schemas.openxmlformats.org/drawingml/2006/main">
            <a:pPr>
              <a:defRPr sz="2100" b="0">
                <a:solidFill>
                  <a:srgbClr val="102B43"/>
                </a:solidFill>
                <a:latin typeface="Arial"/>
                <a:ea typeface="Arial"/>
                <a:cs typeface="Arial"/>
              </a:defRPr>
            </a:pPr>
            <a:r>
              <a:rPr sz="2100" b="0">
                <a:solidFill>
                  <a:srgbClr val="102B43"/>
                </a:solidFill>
                <a:latin typeface="Arial"/>
                <a:ea typeface="Arial"/>
                <a:cs typeface="Arial"/>
              </a:rPr>
              <a:t>Resultados medidos devem acompanhar cada nova entrega</a:t>
            </a:r>
          </a:p>
        </p:txBody>
      </p:sp>
      <p:sp>
        <p:nvSpPr>
          <p:cNvPr id="15" name="p79-650">
            <a:extLst xmlns:a="http://schemas.openxmlformats.org/drawingml/2006/main">
              <a:ext uri="{FF2B5EF4-FFF2-40B4-BE49-F238E27FC236}">
                <a16:creationId xmlns:a16="http://schemas.microsoft.com/office/drawing/2014/main" id="{43D057D0-4F3B-45EA-84BB-6292A248211D}"/>
              </a:ext>
            </a:extLst>
          </p:cNvPr>
          <p:cNvSpPr>
            <a:spLocks xmlns:a="http://schemas.openxmlformats.org/drawingml/2006/main" noGrp="1"/>
          </p:cNvSpPr>
          <p:nvPr/>
        </p:nvSpPr>
        <p:spPr>
          <a:xfrm xmlns:a="http://schemas.openxmlformats.org/drawingml/2006/main">
            <a:off x="685800" y="6238875"/>
            <a:ext cx="10820400" cy="9525"/>
          </a:xfrm>
          <a:prstGeom xmlns:a="http://schemas.openxmlformats.org/drawingml/2006/main" prst="rect">
            <a:avLst/>
          </a:prstGeom>
          <a:solidFill xmlns:a="http://schemas.openxmlformats.org/drawingml/2006/main">
            <a:srgbClr val="CCD7E2"/>
          </a:solidFill>
          <a:ln xmlns:a="http://schemas.openxmlformats.org/drawingml/2006/main" w="0">
            <a:noFill/>
            <a:prstDash val="solid"/>
          </a:ln>
        </p:spPr>
      </p:sp>
      <p:sp>
        <p:nvSpPr>
          <p:cNvPr id="16" name="p79-651">
            <a:extLst xmlns:a="http://schemas.openxmlformats.org/drawingml/2006/main">
              <a:ext uri="{FF2B5EF4-FFF2-40B4-BE49-F238E27FC236}">
                <a16:creationId xmlns:a16="http://schemas.microsoft.com/office/drawing/2014/main" id="{2A998B02-1875-4890-9E88-2141312B8D16}"/>
              </a:ext>
            </a:extLst>
          </p:cNvPr>
          <p:cNvSpPr>
            <a:spLocks xmlns:a="http://schemas.openxmlformats.org/drawingml/2006/main" noGrp="1"/>
          </p:cNvSpPr>
          <p:nvPr/>
        </p:nvSpPr>
        <p:spPr>
          <a:xfrm xmlns:a="http://schemas.openxmlformats.org/drawingml/2006/main">
            <a:off x="685800" y="6429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476078"/>
                </a:solidFill>
                <a:latin typeface="Arial"/>
                <a:ea typeface="Arial"/>
                <a:cs typeface="Arial"/>
              </a:defRPr>
            </a:defPPr>
          </a:lstStyle>
          <a:p xmlns:a="http://schemas.openxmlformats.org/drawingml/2006/main">
            <a:pPr>
              <a:defRPr sz="1125" b="0">
                <a:solidFill>
                  <a:srgbClr val="476078"/>
                </a:solidFill>
                <a:latin typeface="Arial"/>
                <a:ea typeface="Arial"/>
                <a:cs typeface="Arial"/>
              </a:defRPr>
            </a:pPr>
            <a:r>
              <a:rPr sz="1125" b="0">
                <a:solidFill>
                  <a:srgbClr val="476078"/>
                </a:solidFill>
                <a:latin typeface="Arial"/>
                <a:ea typeface="Arial"/>
                <a:cs typeface="Arial"/>
              </a:rPr>
              <a:t>XMQR 0.3.0 · reconstrução do primeiro commit</a:t>
            </a:r>
          </a:p>
        </p:txBody>
      </p:sp>
      <p:sp>
        <p:nvSpPr>
          <p:cNvPr id="17" name="p79-652">
            <a:extLst xmlns:a="http://schemas.openxmlformats.org/drawingml/2006/main">
              <a:ext uri="{FF2B5EF4-FFF2-40B4-BE49-F238E27FC236}">
                <a16:creationId xmlns:a16="http://schemas.microsoft.com/office/drawing/2014/main" id="{B46A4B1B-7550-42B4-A53E-3530AC1A58F0}"/>
              </a:ext>
            </a:extLst>
          </p:cNvPr>
          <p:cNvSpPr>
            <a:spLocks xmlns:a="http://schemas.openxmlformats.org/drawingml/2006/main" noGrp="1"/>
          </p:cNvSpPr>
          <p:nvPr/>
        </p:nvSpPr>
        <p:spPr>
          <a:xfrm xmlns:a="http://schemas.openxmlformats.org/drawingml/2006/main">
            <a:off x="10953750" y="641032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43"/>
                </a:solidFill>
                <a:latin typeface="Arial"/>
                <a:ea typeface="Arial"/>
                <a:cs typeface="Arial"/>
              </a:defRPr>
            </a:defPPr>
          </a:lstStyle>
          <a:p xmlns:a="http://schemas.openxmlformats.org/drawingml/2006/main">
            <a:pPr>
              <a:defRPr sz="1350" b="1">
                <a:solidFill>
                  <a:srgbClr val="102B43"/>
                </a:solidFill>
                <a:latin typeface="Arial"/>
                <a:ea typeface="Arial"/>
                <a:cs typeface="Arial"/>
              </a:defRPr>
            </a:pPr>
            <a:r>
              <a:rPr sz="1350" b="1">
                <a:solidFill>
                  <a:srgbClr val="102B43"/>
                </a:solidFill>
                <a:latin typeface="Arial"/>
                <a:ea typeface="Arial"/>
                <a:cs typeface="Arial"/>
              </a:rPr>
              <a:t>35</a:t>
            </a:r>
          </a:p>
        </p:txBody>
      </p:sp>
    </p:spTree>
    <p:extLst>
      <p:ext uri="{BB962C8B-B14F-4D97-AF65-F5344CB8AC3E}">
        <p14:creationId xmlns:p14="http://schemas.microsoft.com/office/powerpoint/2010/main" val="1148639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2026-10-13T03:56:48.9490000Z</dcterms:created>
  <dcterms:modified xsi:type="dcterms:W3CDTF">2026-10-13T03:56:48.9490000Z</dcterms:modified>
</coreProperties>
</file>