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ddeffe824542be" /><Relationship Type="http://schemas.openxmlformats.org/officeDocument/2006/relationships/extended-properties" Target="/docProps/app.xml" Id="R8ead2159ce9c4387" /><Relationship Type="http://schemas.openxmlformats.org/officeDocument/2006/relationships/officeDocument" Target="/ppt/presentation.xml" Id="R1a8bfc7bc83045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74f8b4f5294768"/>
  </p:sldMasterIdLst>
  <p:notesMasterIdLst>
    <p:notesMasterId xmlns:r="http://schemas.openxmlformats.org/officeDocument/2006/relationships" r:id="Re9e363ec60fb4e1c"/>
  </p:notesMasterIdLst>
  <p:sldIdLst>
    <p:sldId xmlns:r="http://schemas.openxmlformats.org/officeDocument/2006/relationships" id="256" r:id="Rbc8a8fcb36f54fda"/>
    <p:sldId xmlns:r="http://schemas.openxmlformats.org/officeDocument/2006/relationships" id="257" r:id="R7953bc4efa3f4de7"/>
    <p:sldId xmlns:r="http://schemas.openxmlformats.org/officeDocument/2006/relationships" id="258" r:id="R8dcbed7b17464aa4"/>
    <p:sldId xmlns:r="http://schemas.openxmlformats.org/officeDocument/2006/relationships" id="259" r:id="R4494ac5a5f7f499c"/>
    <p:sldId xmlns:r="http://schemas.openxmlformats.org/officeDocument/2006/relationships" id="260" r:id="Ra2a623b19c8e4521"/>
    <p:sldId xmlns:r="http://schemas.openxmlformats.org/officeDocument/2006/relationships" id="261" r:id="Rfaf40451aa9e4d24"/>
    <p:sldId xmlns:r="http://schemas.openxmlformats.org/officeDocument/2006/relationships" id="262" r:id="R436ce886c7494c46"/>
    <p:sldId xmlns:r="http://schemas.openxmlformats.org/officeDocument/2006/relationships" id="263" r:id="R03ec7c562db84efd"/>
    <p:sldId xmlns:r="http://schemas.openxmlformats.org/officeDocument/2006/relationships" id="264" r:id="Ra5128d07598e4eeb"/>
    <p:sldId xmlns:r="http://schemas.openxmlformats.org/officeDocument/2006/relationships" id="265" r:id="Rcb547f190a8e409c"/>
    <p:sldId xmlns:r="http://schemas.openxmlformats.org/officeDocument/2006/relationships" id="266" r:id="R953a1717e0d04c01"/>
    <p:sldId xmlns:r="http://schemas.openxmlformats.org/officeDocument/2006/relationships" id="267" r:id="Rccd98e8698e3410a"/>
    <p:sldId xmlns:r="http://schemas.openxmlformats.org/officeDocument/2006/relationships" id="268" r:id="R577ca7f3485e427a"/>
    <p:sldId xmlns:r="http://schemas.openxmlformats.org/officeDocument/2006/relationships" id="269" r:id="Rf8a853d24f39448f"/>
    <p:sldId xmlns:r="http://schemas.openxmlformats.org/officeDocument/2006/relationships" id="270" r:id="R75b6ad41b5cb409a"/>
    <p:sldId xmlns:r="http://schemas.openxmlformats.org/officeDocument/2006/relationships" id="271" r:id="R9278f5cac3704d81"/>
    <p:sldId xmlns:r="http://schemas.openxmlformats.org/officeDocument/2006/relationships" id="272" r:id="Rb97159d870ec42a3"/>
    <p:sldId xmlns:r="http://schemas.openxmlformats.org/officeDocument/2006/relationships" id="273" r:id="R41d8ea4b1ee64ab1"/>
    <p:sldId xmlns:r="http://schemas.openxmlformats.org/officeDocument/2006/relationships" id="274" r:id="R187e8ec7f2f14420"/>
    <p:sldId xmlns:r="http://schemas.openxmlformats.org/officeDocument/2006/relationships" id="275" r:id="Rcf1013000efd48ec"/>
    <p:sldId xmlns:r="http://schemas.openxmlformats.org/officeDocument/2006/relationships" id="276" r:id="Rdb7ae9318dcc4ba8"/>
    <p:sldId xmlns:r="http://schemas.openxmlformats.org/officeDocument/2006/relationships" id="277" r:id="Ra66c92fc623d401d"/>
    <p:sldId xmlns:r="http://schemas.openxmlformats.org/officeDocument/2006/relationships" id="278" r:id="R3f8b2b4a03854c55"/>
    <p:sldId xmlns:r="http://schemas.openxmlformats.org/officeDocument/2006/relationships" id="279" r:id="R909e8c6f08fe485b"/>
    <p:sldId xmlns:r="http://schemas.openxmlformats.org/officeDocument/2006/relationships" id="280" r:id="R8c7890546ea64139"/>
    <p:sldId xmlns:r="http://schemas.openxmlformats.org/officeDocument/2006/relationships" id="281" r:id="R5b663bc0eb364655"/>
    <p:sldId xmlns:r="http://schemas.openxmlformats.org/officeDocument/2006/relationships" id="282" r:id="Re4b5c5a4e0bf4ba0"/>
    <p:sldId xmlns:r="http://schemas.openxmlformats.org/officeDocument/2006/relationships" id="283" r:id="R370d999f87ba43f9"/>
    <p:sldId xmlns:r="http://schemas.openxmlformats.org/officeDocument/2006/relationships" id="284" r:id="R0eace2df9c454bab"/>
    <p:sldId xmlns:r="http://schemas.openxmlformats.org/officeDocument/2006/relationships" id="285" r:id="R45f33eeb402c4a67"/>
    <p:sldId xmlns:r="http://schemas.openxmlformats.org/officeDocument/2006/relationships" id="286" r:id="R0654d03710be4a6d"/>
    <p:sldId xmlns:r="http://schemas.openxmlformats.org/officeDocument/2006/relationships" id="287" r:id="R584123f32d224721"/>
    <p:sldId xmlns:r="http://schemas.openxmlformats.org/officeDocument/2006/relationships" id="288" r:id="R62fda4933f544a2b"/>
    <p:sldId xmlns:r="http://schemas.openxmlformats.org/officeDocument/2006/relationships" id="289" r:id="R33c4e6e56053426e"/>
    <p:sldId xmlns:r="http://schemas.openxmlformats.org/officeDocument/2006/relationships" id="290" r:id="Rf71b3ac9de514d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ac21d691454748" /><Relationship Type="http://schemas.openxmlformats.org/officeDocument/2006/relationships/slideMaster" Target="/ppt/slideMasters/slideMaster1.xml" Id="Ra374f8b4f5294768" /><Relationship Type="http://schemas.openxmlformats.org/officeDocument/2006/relationships/notesMaster" Target="/ppt/notesMasters/notesMaster1.xml" Id="Re9e363ec60fb4e1c" /><Relationship Type="http://schemas.openxmlformats.org/officeDocument/2006/relationships/presProps" Target="/ppt/presProps.xml" Id="Re5c9dc19ad134d1e" /><Relationship Type="http://schemas.openxmlformats.org/officeDocument/2006/relationships/tableStyles" Target="/ppt/tableStyles.xml" Id="Rdea9c3e8001b4a42" /><Relationship Type="http://schemas.openxmlformats.org/officeDocument/2006/relationships/slide" Target="/ppt/slides/slide1.xml" Id="Rbc8a8fcb36f54fda" /><Relationship Type="http://schemas.openxmlformats.org/officeDocument/2006/relationships/slide" Target="/ppt/slides/slide2.xml" Id="R7953bc4efa3f4de7" /><Relationship Type="http://schemas.openxmlformats.org/officeDocument/2006/relationships/slide" Target="/ppt/slides/slide3.xml" Id="R8dcbed7b17464aa4" /><Relationship Type="http://schemas.openxmlformats.org/officeDocument/2006/relationships/slide" Target="/ppt/slides/slide4.xml" Id="R4494ac5a5f7f499c" /><Relationship Type="http://schemas.openxmlformats.org/officeDocument/2006/relationships/slide" Target="/ppt/slides/slide5.xml" Id="Ra2a623b19c8e4521" /><Relationship Type="http://schemas.openxmlformats.org/officeDocument/2006/relationships/slide" Target="/ppt/slides/slide6.xml" Id="Rfaf40451aa9e4d24" /><Relationship Type="http://schemas.openxmlformats.org/officeDocument/2006/relationships/slide" Target="/ppt/slides/slide7.xml" Id="R436ce886c7494c46" /><Relationship Type="http://schemas.openxmlformats.org/officeDocument/2006/relationships/slide" Target="/ppt/slides/slide8.xml" Id="R03ec7c562db84efd" /><Relationship Type="http://schemas.openxmlformats.org/officeDocument/2006/relationships/slide" Target="/ppt/slides/slide9.xml" Id="Ra5128d07598e4eeb" /><Relationship Type="http://schemas.openxmlformats.org/officeDocument/2006/relationships/slide" Target="/ppt/slides/slide10.xml" Id="Rcb547f190a8e409c" /><Relationship Type="http://schemas.openxmlformats.org/officeDocument/2006/relationships/slide" Target="/ppt/slides/slide11.xml" Id="R953a1717e0d04c01" /><Relationship Type="http://schemas.openxmlformats.org/officeDocument/2006/relationships/slide" Target="/ppt/slides/slide12.xml" Id="Rccd98e8698e3410a" /><Relationship Type="http://schemas.openxmlformats.org/officeDocument/2006/relationships/slide" Target="/ppt/slides/slide13.xml" Id="R577ca7f3485e427a" /><Relationship Type="http://schemas.openxmlformats.org/officeDocument/2006/relationships/slide" Target="/ppt/slides/slide14.xml" Id="Rf8a853d24f39448f" /><Relationship Type="http://schemas.openxmlformats.org/officeDocument/2006/relationships/slide" Target="/ppt/slides/slide15.xml" Id="R75b6ad41b5cb409a" /><Relationship Type="http://schemas.openxmlformats.org/officeDocument/2006/relationships/slide" Target="/ppt/slides/slide16.xml" Id="R9278f5cac3704d81" /><Relationship Type="http://schemas.openxmlformats.org/officeDocument/2006/relationships/slide" Target="/ppt/slides/slide17.xml" Id="Rb97159d870ec42a3" /><Relationship Type="http://schemas.openxmlformats.org/officeDocument/2006/relationships/slide" Target="/ppt/slides/slide18.xml" Id="R41d8ea4b1ee64ab1" /><Relationship Type="http://schemas.openxmlformats.org/officeDocument/2006/relationships/slide" Target="/ppt/slides/slide19.xml" Id="R187e8ec7f2f14420" /><Relationship Type="http://schemas.openxmlformats.org/officeDocument/2006/relationships/slide" Target="/ppt/slides/slide20.xml" Id="Rcf1013000efd48ec" /><Relationship Type="http://schemas.openxmlformats.org/officeDocument/2006/relationships/slide" Target="/ppt/slides/slide21.xml" Id="Rdb7ae9318dcc4ba8" /><Relationship Type="http://schemas.openxmlformats.org/officeDocument/2006/relationships/slide" Target="/ppt/slides/slide22.xml" Id="Ra66c92fc623d401d" /><Relationship Type="http://schemas.openxmlformats.org/officeDocument/2006/relationships/slide" Target="/ppt/slides/slide23.xml" Id="R3f8b2b4a03854c55" /><Relationship Type="http://schemas.openxmlformats.org/officeDocument/2006/relationships/slide" Target="/ppt/slides/slide24.xml" Id="R909e8c6f08fe485b" /><Relationship Type="http://schemas.openxmlformats.org/officeDocument/2006/relationships/slide" Target="/ppt/slides/slide25.xml" Id="R8c7890546ea64139" /><Relationship Type="http://schemas.openxmlformats.org/officeDocument/2006/relationships/slide" Target="/ppt/slides/slide26.xml" Id="R5b663bc0eb364655" /><Relationship Type="http://schemas.openxmlformats.org/officeDocument/2006/relationships/slide" Target="/ppt/slides/slide27.xml" Id="Re4b5c5a4e0bf4ba0" /><Relationship Type="http://schemas.openxmlformats.org/officeDocument/2006/relationships/slide" Target="/ppt/slides/slide28.xml" Id="R370d999f87ba43f9" /><Relationship Type="http://schemas.openxmlformats.org/officeDocument/2006/relationships/slide" Target="/ppt/slides/slide29.xml" Id="R0eace2df9c454bab" /><Relationship Type="http://schemas.openxmlformats.org/officeDocument/2006/relationships/slide" Target="/ppt/slides/slide30.xml" Id="R45f33eeb402c4a67" /><Relationship Type="http://schemas.openxmlformats.org/officeDocument/2006/relationships/slide" Target="/ppt/slides/slide31.xml" Id="R0654d03710be4a6d" /><Relationship Type="http://schemas.openxmlformats.org/officeDocument/2006/relationships/slide" Target="/ppt/slides/slide32.xml" Id="R584123f32d224721" /><Relationship Type="http://schemas.openxmlformats.org/officeDocument/2006/relationships/slide" Target="/ppt/slides/slide33.xml" Id="R62fda4933f544a2b" /><Relationship Type="http://schemas.openxmlformats.org/officeDocument/2006/relationships/slide" Target="/ppt/slides/slide34.xml" Id="R33c4e6e56053426e" /><Relationship Type="http://schemas.openxmlformats.org/officeDocument/2006/relationships/slide" Target="/ppt/slides/slide35.xml" Id="Rf71b3ac9de514d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887045804741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9999a40484495f" /><Relationship Type="http://schemas.openxmlformats.org/officeDocument/2006/relationships/notesMaster" Target="/ppt/notesMasters/notesMaster1.xml" Id="Rc7f00fb33dcb41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b9987847f44487" /><Relationship Type="http://schemas.openxmlformats.org/officeDocument/2006/relationships/notesMaster" Target="/ppt/notesMasters/notesMaster1.xml" Id="Rdab748369dd34d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7ef46ed8c74e1e" /><Relationship Type="http://schemas.openxmlformats.org/officeDocument/2006/relationships/notesMaster" Target="/ppt/notesMasters/notesMaster1.xml" Id="Rfbf144a6be234c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ded58550bb40e9" /><Relationship Type="http://schemas.openxmlformats.org/officeDocument/2006/relationships/notesMaster" Target="/ppt/notesMasters/notesMaster1.xml" Id="R794a75cfa00347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7047a84c31449c" /><Relationship Type="http://schemas.openxmlformats.org/officeDocument/2006/relationships/notesMaster" Target="/ppt/notesMasters/notesMaster1.xml" Id="R0203bb347c6b42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3889307c734879" /><Relationship Type="http://schemas.openxmlformats.org/officeDocument/2006/relationships/notesMaster" Target="/ppt/notesMasters/notesMaster1.xml" Id="Rbe6bf9216b4248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e5154c70c941f3" /><Relationship Type="http://schemas.openxmlformats.org/officeDocument/2006/relationships/notesMaster" Target="/ppt/notesMasters/notesMaster1.xml" Id="R1e64ca89e8294c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e5c09c57214bff" /><Relationship Type="http://schemas.openxmlformats.org/officeDocument/2006/relationships/notesMaster" Target="/ppt/notesMasters/notesMaster1.xml" Id="R8df2dfe3194841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df8116e7664b80" /><Relationship Type="http://schemas.openxmlformats.org/officeDocument/2006/relationships/notesMaster" Target="/ppt/notesMasters/notesMaster1.xml" Id="Ref63bb5ed2d740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082c86240b4858" /><Relationship Type="http://schemas.openxmlformats.org/officeDocument/2006/relationships/notesMaster" Target="/ppt/notesMasters/notesMaster1.xml" Id="Rbf7e4a8798dd4b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be5efa03564066" /><Relationship Type="http://schemas.openxmlformats.org/officeDocument/2006/relationships/notesMaster" Target="/ppt/notesMasters/notesMaster1.xml" Id="Rd8ffc397eebd4f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43fd0cb2554236" /><Relationship Type="http://schemas.openxmlformats.org/officeDocument/2006/relationships/notesMaster" Target="/ppt/notesMasters/notesMaster1.xml" Id="Rf3dbcd8271714f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7397e1a51d4441" /><Relationship Type="http://schemas.openxmlformats.org/officeDocument/2006/relationships/notesMaster" Target="/ppt/notesMasters/notesMaster1.xml" Id="R939a13fb1cfa4e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31a712b05b458f" /><Relationship Type="http://schemas.openxmlformats.org/officeDocument/2006/relationships/notesMaster" Target="/ppt/notesMasters/notesMaster1.xml" Id="R228ad7a986ea4f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e330e144c54482" /><Relationship Type="http://schemas.openxmlformats.org/officeDocument/2006/relationships/notesMaster" Target="/ppt/notesMasters/notesMaster1.xml" Id="R631217aee11542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fe43029a9344a3" /><Relationship Type="http://schemas.openxmlformats.org/officeDocument/2006/relationships/notesMaster" Target="/ppt/notesMasters/notesMaster1.xml" Id="R6659cb55dfb648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e4d8e5f5b84a36" /><Relationship Type="http://schemas.openxmlformats.org/officeDocument/2006/relationships/notesMaster" Target="/ppt/notesMasters/notesMaster1.xml" Id="R5531ea6abcb54d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c21f88246e4a72" /><Relationship Type="http://schemas.openxmlformats.org/officeDocument/2006/relationships/notesMaster" Target="/ppt/notesMasters/notesMaster1.xml" Id="Rce8aa925b55147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32629a1a7b46e3" /><Relationship Type="http://schemas.openxmlformats.org/officeDocument/2006/relationships/notesMaster" Target="/ppt/notesMasters/notesMaster1.xml" Id="Rfb9dd9a1142446e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7423a4eaf344cb" /><Relationship Type="http://schemas.openxmlformats.org/officeDocument/2006/relationships/notesMaster" Target="/ppt/notesMasters/notesMaster1.xml" Id="Rcc7f48f1ddeb44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57bcfaa929e4503" /><Relationship Type="http://schemas.openxmlformats.org/officeDocument/2006/relationships/notesMaster" Target="/ppt/notesMasters/notesMaster1.xml" Id="R0e20752b39ac4d7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3df31a5ada04020" /><Relationship Type="http://schemas.openxmlformats.org/officeDocument/2006/relationships/notesMaster" Target="/ppt/notesMasters/notesMaster1.xml" Id="Ra3e2cb00465942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9992ff429544612" /><Relationship Type="http://schemas.openxmlformats.org/officeDocument/2006/relationships/notesMaster" Target="/ppt/notesMasters/notesMaster1.xml" Id="Rd113f68394184f3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15303fc249248dc" /><Relationship Type="http://schemas.openxmlformats.org/officeDocument/2006/relationships/notesMaster" Target="/ppt/notesMasters/notesMaster1.xml" Id="Rfe82e5fd1dd7439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b97c92a5827456c" /><Relationship Type="http://schemas.openxmlformats.org/officeDocument/2006/relationships/notesMaster" Target="/ppt/notesMasters/notesMaster1.xml" Id="R6834c1082db1416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c46aa67f55a4e83" /><Relationship Type="http://schemas.openxmlformats.org/officeDocument/2006/relationships/notesMaster" Target="/ppt/notesMasters/notesMaster1.xml" Id="R7fd5266720ec46a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ad4811c4d5e4233" /><Relationship Type="http://schemas.openxmlformats.org/officeDocument/2006/relationships/notesMaster" Target="/ppt/notesMasters/notesMaster1.xml" Id="R016b1bc915cb4fa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736151524f14315" /><Relationship Type="http://schemas.openxmlformats.org/officeDocument/2006/relationships/notesMaster" Target="/ppt/notesMasters/notesMaster1.xml" Id="R751ec2b50e684d9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c2d1d92d994434e" /><Relationship Type="http://schemas.openxmlformats.org/officeDocument/2006/relationships/notesMaster" Target="/ppt/notesMasters/notesMaster1.xml" Id="Rcadedecfbaf946f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4a675e34ae84b3c" /><Relationship Type="http://schemas.openxmlformats.org/officeDocument/2006/relationships/notesMaster" Target="/ppt/notesMasters/notesMaster1.xml" Id="Rc976c80f8b064c6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0c1fdfa398f441c" /><Relationship Type="http://schemas.openxmlformats.org/officeDocument/2006/relationships/notesMaster" Target="/ppt/notesMasters/notesMaster1.xml" Id="Ra659e884007247d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4d8968e1adf4b58" /><Relationship Type="http://schemas.openxmlformats.org/officeDocument/2006/relationships/notesMaster" Target="/ppt/notesMasters/notesMaster1.xml" Id="Rfcacfd95b88f469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837f21020a44547" /><Relationship Type="http://schemas.openxmlformats.org/officeDocument/2006/relationships/notesMaster" Target="/ppt/notesMasters/notesMaster1.xml" Id="R3582b02bfc7d450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d389029d7344fa8" /><Relationship Type="http://schemas.openxmlformats.org/officeDocument/2006/relationships/notesMaster" Target="/ppt/notesMasters/notesMaster1.xml" Id="R3f7314f6fa40432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3f46db20b4e481d" /><Relationship Type="http://schemas.openxmlformats.org/officeDocument/2006/relationships/notesMaster" Target="/ppt/notesMasters/notesMaster1.xml" Id="R6bf5a93739f34c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cd063807c49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08a00b21641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93718398d41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6a5a7443e48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21191dc54a4c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1d40f835e4d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E1EB09-C914-4954-9587-6C7316177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D8F139-7677-43A4-A3CC-332FBE2B62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5391A9A-0C4E-4902-943C-C42BD1AE69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89EC23-F033-469E-B0B9-BB7D15434C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05C77F-F60C-401E-8132-94B420A06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0CDFDA-3B69-490F-87D8-57ADEF534F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BD2817-CED5-40B9-9BB4-CB419A9A43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901315-937D-4BBC-81DD-823AD440C2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F4C1AF-F8B9-44D1-87F4-E1DDE4B988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B746E8-84DB-4977-91D2-3337DE07B0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ee544a7fbe4f7d" /><Relationship Type="http://schemas.openxmlformats.org/officeDocument/2006/relationships/slideLayout" Target="/ppt/slideLayouts/slideLayout1.xml" Id="R177aeaae8eac4b99" /><Relationship Type="http://schemas.openxmlformats.org/officeDocument/2006/relationships/slideLayout" Target="/ppt/slideLayouts/slideLayout2.xml" Id="Rd4dacdab72b7421f" /><Relationship Type="http://schemas.openxmlformats.org/officeDocument/2006/relationships/slideLayout" Target="/ppt/slideLayouts/slideLayout3.xml" Id="R0fb28b9c48dd48b2" /><Relationship Type="http://schemas.openxmlformats.org/officeDocument/2006/relationships/slideLayout" Target="/ppt/slideLayouts/slideLayout4.xml" Id="Ree1b61a8612d400e" /><Relationship Type="http://schemas.openxmlformats.org/officeDocument/2006/relationships/slideLayout" Target="/ppt/slideLayouts/slideLayout5.xml" Id="Rce06e3a428ea4fb4" /><Relationship Type="http://schemas.openxmlformats.org/officeDocument/2006/relationships/slideLayout" Target="/ppt/slideLayouts/slideLayout6.xml" Id="Reeb877723e9245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7aeaae8eac4b99"/>
    <p:sldLayoutId xmlns:r="http://schemas.openxmlformats.org/officeDocument/2006/relationships" id="2147483650" r:id="Rd4dacdab72b7421f"/>
    <p:sldLayoutId xmlns:r="http://schemas.openxmlformats.org/officeDocument/2006/relationships" id="2147483651" r:id="R0fb28b9c48dd48b2"/>
    <p:sldLayoutId xmlns:r="http://schemas.openxmlformats.org/officeDocument/2006/relationships" id="2147483652" r:id="Ree1b61a8612d400e"/>
    <p:sldLayoutId xmlns:r="http://schemas.openxmlformats.org/officeDocument/2006/relationships" id="2147483653" r:id="Rce06e3a428ea4fb4"/>
    <p:sldLayoutId xmlns:r="http://schemas.openxmlformats.org/officeDocument/2006/relationships" id="2147483654" r:id="Reeb877723e9245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5d51ceee6d413f" /><Relationship Type="http://schemas.openxmlformats.org/officeDocument/2006/relationships/notesSlide" Target="/ppt/notesSlides/notesSlide1.xml" Id="Rfc59bdbea61549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a25444f19428d" /><Relationship Type="http://schemas.openxmlformats.org/officeDocument/2006/relationships/notesSlide" Target="/ppt/notesSlides/notesSlide2.xml" Id="R965832c5532144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8080d31c84b0b" /><Relationship Type="http://schemas.openxmlformats.org/officeDocument/2006/relationships/notesSlide" Target="/ppt/notesSlides/notesSlide3.xml" Id="Rfa9823d5972646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6171b70d649fb" /><Relationship Type="http://schemas.openxmlformats.org/officeDocument/2006/relationships/notesSlide" Target="/ppt/notesSlides/notesSlide4.xml" Id="Rbc8b4bc32e174e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dcf2a380e4a01" /><Relationship Type="http://schemas.openxmlformats.org/officeDocument/2006/relationships/notesSlide" Target="/ppt/notesSlides/notesSlide5.xml" Id="R9a9d967691b048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24819fa1e4f1f" /><Relationship Type="http://schemas.openxmlformats.org/officeDocument/2006/relationships/notesSlide" Target="/ppt/notesSlides/notesSlide6.xml" Id="R93f81d2332eb43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30e7644693456e" /><Relationship Type="http://schemas.openxmlformats.org/officeDocument/2006/relationships/notesSlide" Target="/ppt/notesSlides/notesSlide7.xml" Id="R149591a167d448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71637936714caf" /><Relationship Type="http://schemas.openxmlformats.org/officeDocument/2006/relationships/notesSlide" Target="/ppt/notesSlides/notesSlide8.xml" Id="R8c515782c78445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4b804e218453f" /><Relationship Type="http://schemas.openxmlformats.org/officeDocument/2006/relationships/notesSlide" Target="/ppt/notesSlides/notesSlide9.xml" Id="Rd076235b36914d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a4c27ad674e4c" /><Relationship Type="http://schemas.openxmlformats.org/officeDocument/2006/relationships/notesSlide" Target="/ppt/notesSlides/notesSlide10.xml" Id="R6ba328079ddb4c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706935f4e444d" /><Relationship Type="http://schemas.openxmlformats.org/officeDocument/2006/relationships/notesSlide" Target="/ppt/notesSlides/notesSlide11.xml" Id="R20ba716a35aa40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0510049cf47dc" /><Relationship Type="http://schemas.openxmlformats.org/officeDocument/2006/relationships/notesSlide" Target="/ppt/notesSlides/notesSlide12.xml" Id="R916d2c9dfc1447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8250212124079" /><Relationship Type="http://schemas.openxmlformats.org/officeDocument/2006/relationships/notesSlide" Target="/ppt/notesSlides/notesSlide13.xml" Id="Re8b7ee8e2df146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66b5615ed4948" /><Relationship Type="http://schemas.openxmlformats.org/officeDocument/2006/relationships/notesSlide" Target="/ppt/notesSlides/notesSlide14.xml" Id="R9b89478d97c242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e530114ee423e" /><Relationship Type="http://schemas.openxmlformats.org/officeDocument/2006/relationships/notesSlide" Target="/ppt/notesSlides/notesSlide15.xml" Id="R6f86defda3d144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aea519cace43fd" /><Relationship Type="http://schemas.openxmlformats.org/officeDocument/2006/relationships/notesSlide" Target="/ppt/notesSlides/notesSlide16.xml" Id="Rb5301d2a95cb48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64334ab684bed" /><Relationship Type="http://schemas.openxmlformats.org/officeDocument/2006/relationships/notesSlide" Target="/ppt/notesSlides/notesSlide17.xml" Id="R02881346599f42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79db8539a44b5" /><Relationship Type="http://schemas.openxmlformats.org/officeDocument/2006/relationships/notesSlide" Target="/ppt/notesSlides/notesSlide18.xml" Id="R17c3e9ec29c145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f16401b25243de" /><Relationship Type="http://schemas.openxmlformats.org/officeDocument/2006/relationships/notesSlide" Target="/ppt/notesSlides/notesSlide19.xml" Id="Rf451e483323640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33c03aeb848c4" /><Relationship Type="http://schemas.openxmlformats.org/officeDocument/2006/relationships/notesSlide" Target="/ppt/notesSlides/notesSlide20.xml" Id="R2b1e917c6fc445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c933b3afb431d" /><Relationship Type="http://schemas.openxmlformats.org/officeDocument/2006/relationships/notesSlide" Target="/ppt/notesSlides/notesSlide21.xml" Id="Re4f3b2bdb8504fe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73c6297e3402e" /><Relationship Type="http://schemas.openxmlformats.org/officeDocument/2006/relationships/notesSlide" Target="/ppt/notesSlides/notesSlide22.xml" Id="R667490df8d3240b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d91fae3a04a18" /><Relationship Type="http://schemas.openxmlformats.org/officeDocument/2006/relationships/notesSlide" Target="/ppt/notesSlides/notesSlide23.xml" Id="Ra3e8dc4cad8844c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6c3af8a0b4400" /><Relationship Type="http://schemas.openxmlformats.org/officeDocument/2006/relationships/notesSlide" Target="/ppt/notesSlides/notesSlide24.xml" Id="R93c881922d77486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4106b8ef741f8" /><Relationship Type="http://schemas.openxmlformats.org/officeDocument/2006/relationships/notesSlide" Target="/ppt/notesSlides/notesSlide25.xml" Id="Rf40d561ecdfa4f5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57df8f6154556" /><Relationship Type="http://schemas.openxmlformats.org/officeDocument/2006/relationships/notesSlide" Target="/ppt/notesSlides/notesSlide26.xml" Id="R95317203969d4e1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2fa3ba79a4f22" /><Relationship Type="http://schemas.openxmlformats.org/officeDocument/2006/relationships/notesSlide" Target="/ppt/notesSlides/notesSlide27.xml" Id="R8a5c33a991e14ca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44488e63f45b2" /><Relationship Type="http://schemas.openxmlformats.org/officeDocument/2006/relationships/notesSlide" Target="/ppt/notesSlides/notesSlide28.xml" Id="Reb7c672a2fc548e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93e35020c49fa" /><Relationship Type="http://schemas.openxmlformats.org/officeDocument/2006/relationships/notesSlide" Target="/ppt/notesSlides/notesSlide29.xml" Id="Rc827d9dcf48049e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4fc212f284afc" /><Relationship Type="http://schemas.openxmlformats.org/officeDocument/2006/relationships/notesSlide" Target="/ppt/notesSlides/notesSlide30.xml" Id="Rdde2f025971b4a5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f02d2ae714838" /><Relationship Type="http://schemas.openxmlformats.org/officeDocument/2006/relationships/notesSlide" Target="/ppt/notesSlides/notesSlide31.xml" Id="R9158150afd2e49e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f347ccac94fd9" /><Relationship Type="http://schemas.openxmlformats.org/officeDocument/2006/relationships/notesSlide" Target="/ppt/notesSlides/notesSlide32.xml" Id="R737931760f5c455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fc1d2dd144327" /><Relationship Type="http://schemas.openxmlformats.org/officeDocument/2006/relationships/notesSlide" Target="/ppt/notesSlides/notesSlide33.xml" Id="R31c13fc07bc940d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c1b880aa94bc6" /><Relationship Type="http://schemas.openxmlformats.org/officeDocument/2006/relationships/notesSlide" Target="/ppt/notesSlides/notesSlide34.xml" Id="Ra5bd6086a7354f3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ccbd5f5a9f4170" /><Relationship Type="http://schemas.openxmlformats.org/officeDocument/2006/relationships/notesSlide" Target="/ppt/notesSlides/notesSlide35.xml" Id="R3ead4e0a8de543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79-1">
            <a:extLst xmlns:a="http://schemas.openxmlformats.org/drawingml/2006/main">
              <a:ext uri="{FF2B5EF4-FFF2-40B4-BE49-F238E27FC236}">
                <a16:creationId xmlns:a16="http://schemas.microsoft.com/office/drawing/2014/main" id="{100C0C3A-D37E-4220-9626-F4FB81B7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2">
            <a:extLst xmlns:a="http://schemas.openxmlformats.org/drawingml/2006/main">
              <a:ext uri="{FF2B5EF4-FFF2-40B4-BE49-F238E27FC236}">
                <a16:creationId xmlns:a16="http://schemas.microsoft.com/office/drawing/2014/main" id="{3739B917-BB15-4E93-8D4B-A003E392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C6DD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E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EE"/>
                </a:solidFill>
                <a:latin typeface="Arial"/>
                <a:ea typeface="Arial"/>
                <a:cs typeface="Arial"/>
              </a:rPr>
              <a:t>Curso</a:t>
            </a:r>
          </a:p>
        </p:txBody>
      </p:sp>
      <p:sp>
        <p:nvSpPr>
          <p:cNvPr id="3" name="p79-3">
            <a:extLst xmlns:a="http://schemas.openxmlformats.org/drawingml/2006/main">
              <a:ext uri="{FF2B5EF4-FFF2-40B4-BE49-F238E27FC236}">
                <a16:creationId xmlns:a16="http://schemas.microsoft.com/office/drawing/2014/main" id="{C48D4197-39E3-431E-B474-DFEEFF7C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C6DD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6DDE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6DDEE"/>
                </a:solidFill>
                <a:latin typeface="Arial"/>
                <a:ea typeface="Arial"/>
                <a:cs typeface="Arial"/>
              </a:rPr>
              <a:t>Apresentação</a:t>
            </a:r>
          </a:p>
        </p:txBody>
      </p:sp>
      <p:sp>
        <p:nvSpPr>
          <p:cNvPr id="4" name="p79-4">
            <a:extLst xmlns:a="http://schemas.openxmlformats.org/drawingml/2006/main">
              <a:ext uri="{FF2B5EF4-FFF2-40B4-BE49-F238E27FC236}">
                <a16:creationId xmlns:a16="http://schemas.microsoft.com/office/drawing/2014/main" id="{2F80D3E6-7734-46FF-A708-52D406D2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 lógica ao Broker e Clientes MQTT utilizando Rust</a:t>
            </a:r>
          </a:p>
        </p:txBody>
      </p:sp>
      <p:sp>
        <p:nvSpPr>
          <p:cNvPr id="5" name="p79-5">
            <a:extLst xmlns:a="http://schemas.openxmlformats.org/drawingml/2006/main">
              <a:ext uri="{FF2B5EF4-FFF2-40B4-BE49-F238E27FC236}">
                <a16:creationId xmlns:a16="http://schemas.microsoft.com/office/drawing/2014/main" id="{8546D0EB-B0E2-4EC4-BEA8-E64722A3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FB4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FB49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FB49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79-6">
            <a:extLst xmlns:a="http://schemas.openxmlformats.org/drawingml/2006/main">
              <a:ext uri="{FF2B5EF4-FFF2-40B4-BE49-F238E27FC236}">
                <a16:creationId xmlns:a16="http://schemas.microsoft.com/office/drawing/2014/main" id="{2C566217-489E-4380-A903-4C6A4F4F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575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Construção progressiva de um broker e seus clientes</a:t>
            </a:r>
          </a:p>
        </p:txBody>
      </p:sp>
      <p:sp>
        <p:nvSpPr>
          <p:cNvPr id="7" name="p79-7">
            <a:extLst xmlns:a="http://schemas.openxmlformats.org/drawingml/2006/main">
              <a:ext uri="{FF2B5EF4-FFF2-40B4-BE49-F238E27FC236}">
                <a16:creationId xmlns:a16="http://schemas.microsoft.com/office/drawing/2014/main" id="{893135C5-FB80-4F10-A6F3-1D437F10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FB4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FB49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FB49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p79-8">
            <a:extLst xmlns:a="http://schemas.openxmlformats.org/drawingml/2006/main">
              <a:ext uri="{FF2B5EF4-FFF2-40B4-BE49-F238E27FC236}">
                <a16:creationId xmlns:a16="http://schemas.microsoft.com/office/drawing/2014/main" id="{F0444C3A-B921-4E16-997B-B387B7E3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386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 acumulado em dez etapas, R01 a R10</a:t>
            </a:r>
          </a:p>
        </p:txBody>
      </p:sp>
      <p:sp>
        <p:nvSpPr>
          <p:cNvPr id="9" name="p79-9">
            <a:extLst xmlns:a="http://schemas.openxmlformats.org/drawingml/2006/main">
              <a:ext uri="{FF2B5EF4-FFF2-40B4-BE49-F238E27FC236}">
                <a16:creationId xmlns:a16="http://schemas.microsoft.com/office/drawing/2014/main" id="{55C621BA-A91A-4284-8B01-473A84E3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FB4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FB49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FB49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p79-10">
            <a:extLst xmlns:a="http://schemas.openxmlformats.org/drawingml/2006/main">
              <a:ext uri="{FF2B5EF4-FFF2-40B4-BE49-F238E27FC236}">
                <a16:creationId xmlns:a16="http://schemas.microsoft.com/office/drawing/2014/main" id="{69BC922C-8CD7-4991-ABA0-EEDF6D50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96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Reconstrução do primeiro commit do XMQR 0.3.0</a:t>
            </a:r>
          </a:p>
        </p:txBody>
      </p:sp>
      <p:sp>
        <p:nvSpPr>
          <p:cNvPr id="11" name="p79-11">
            <a:extLst xmlns:a="http://schemas.openxmlformats.org/drawingml/2006/main">
              <a:ext uri="{FF2B5EF4-FFF2-40B4-BE49-F238E27FC236}">
                <a16:creationId xmlns:a16="http://schemas.microsoft.com/office/drawing/2014/main" id="{7048641F-9254-4B45-8E16-917E7CAA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12">
            <a:extLst xmlns:a="http://schemas.openxmlformats.org/drawingml/2006/main">
              <a:ext uri="{FF2B5EF4-FFF2-40B4-BE49-F238E27FC236}">
                <a16:creationId xmlns:a16="http://schemas.microsoft.com/office/drawing/2014/main" id="{C5177E3D-31CA-4997-B9C9-8720095F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C6DD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6DDE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6DDEE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3" name="p79-13">
            <a:extLst xmlns:a="http://schemas.openxmlformats.org/drawingml/2006/main">
              <a:ext uri="{FF2B5EF4-FFF2-40B4-BE49-F238E27FC236}">
                <a16:creationId xmlns:a16="http://schemas.microsoft.com/office/drawing/2014/main" id="{97C451EF-30C8-49EC-92D2-2FE8061A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7068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79-14">
            <a:extLst xmlns:a="http://schemas.openxmlformats.org/drawingml/2006/main">
              <a:ext uri="{FF2B5EF4-FFF2-40B4-BE49-F238E27FC236}">
                <a16:creationId xmlns:a16="http://schemas.microsoft.com/office/drawing/2014/main" id="{879B3A5A-A987-4101-A97F-D8A8DA97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15">
            <a:extLst xmlns:a="http://schemas.openxmlformats.org/drawingml/2006/main">
              <a:ext uri="{FF2B5EF4-FFF2-40B4-BE49-F238E27FC236}">
                <a16:creationId xmlns:a16="http://schemas.microsoft.com/office/drawing/2014/main" id="{77AB2F52-1EB6-4F59-9F70-638DFE5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0 — Rust, C e o caminho até o executável</a:t>
            </a:r>
          </a:p>
        </p:txBody>
      </p:sp>
      <p:sp>
        <p:nvSpPr>
          <p:cNvPr id="3" name="p79-16">
            <a:extLst xmlns:a="http://schemas.openxmlformats.org/drawingml/2006/main">
              <a:ext uri="{FF2B5EF4-FFF2-40B4-BE49-F238E27FC236}">
                <a16:creationId xmlns:a16="http://schemas.microsoft.com/office/drawing/2014/main" id="{AB024E43-A77E-4921-9871-EE1BA59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inicial</a:t>
            </a:r>
          </a:p>
        </p:txBody>
      </p:sp>
      <p:sp>
        <p:nvSpPr>
          <p:cNvPr id="4" name="p79-17">
            <a:extLst xmlns:a="http://schemas.openxmlformats.org/drawingml/2006/main">
              <a:ext uri="{FF2B5EF4-FFF2-40B4-BE49-F238E27FC236}">
                <a16:creationId xmlns:a16="http://schemas.microsoft.com/office/drawing/2014/main" id="{4607B3DF-5CDE-4B07-A25D-34C56E59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 que vamos entender antes de programar</a:t>
            </a:r>
          </a:p>
        </p:txBody>
      </p:sp>
      <p:sp>
        <p:nvSpPr>
          <p:cNvPr id="5" name="p79-18">
            <a:extLst xmlns:a="http://schemas.openxmlformats.org/drawingml/2006/main">
              <a:ext uri="{FF2B5EF4-FFF2-40B4-BE49-F238E27FC236}">
                <a16:creationId xmlns:a16="http://schemas.microsoft.com/office/drawing/2014/main" id="{FA4549D3-0E85-4048-B7B5-EA8FB15B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79-19">
            <a:extLst xmlns:a="http://schemas.openxmlformats.org/drawingml/2006/main">
              <a:ext uri="{FF2B5EF4-FFF2-40B4-BE49-F238E27FC236}">
                <a16:creationId xmlns:a16="http://schemas.microsoft.com/office/drawing/2014/main" id="{23ADD5FF-7383-41C4-A42E-2C5317E2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A origem do Rust e do seu compilador</a:t>
            </a:r>
          </a:p>
        </p:txBody>
      </p:sp>
      <p:sp>
        <p:nvSpPr>
          <p:cNvPr id="7" name="p79-20">
            <a:extLst xmlns:a="http://schemas.openxmlformats.org/drawingml/2006/main">
              <a:ext uri="{FF2B5EF4-FFF2-40B4-BE49-F238E27FC236}">
                <a16:creationId xmlns:a16="http://schemas.microsoft.com/office/drawing/2014/main" id="{E70472B3-90CD-4016-9387-145ABB06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p79-21">
            <a:extLst xmlns:a="http://schemas.openxmlformats.org/drawingml/2006/main">
              <a:ext uri="{FF2B5EF4-FFF2-40B4-BE49-F238E27FC236}">
                <a16:creationId xmlns:a16="http://schemas.microsoft.com/office/drawing/2014/main" id="{C6E5925E-BE19-4987-B57C-544217B4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480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O caminho do texto ao executável</a:t>
            </a:r>
          </a:p>
        </p:txBody>
      </p:sp>
      <p:sp>
        <p:nvSpPr>
          <p:cNvPr id="9" name="p79-22">
            <a:extLst xmlns:a="http://schemas.openxmlformats.org/drawingml/2006/main">
              <a:ext uri="{FF2B5EF4-FFF2-40B4-BE49-F238E27FC236}">
                <a16:creationId xmlns:a16="http://schemas.microsoft.com/office/drawing/2014/main" id="{A4BEC58E-89D2-45E1-A003-6EC15779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p79-23">
            <a:extLst xmlns:a="http://schemas.openxmlformats.org/drawingml/2006/main">
              <a:ext uri="{FF2B5EF4-FFF2-40B4-BE49-F238E27FC236}">
                <a16:creationId xmlns:a16="http://schemas.microsoft.com/office/drawing/2014/main" id="{4FC4472B-8EF9-4756-8820-0C8A0238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O papel do LLVM e a comparação com C</a:t>
            </a:r>
          </a:p>
        </p:txBody>
      </p:sp>
      <p:sp>
        <p:nvSpPr>
          <p:cNvPr id="11" name="p79-24">
            <a:extLst xmlns:a="http://schemas.openxmlformats.org/drawingml/2006/main">
              <a:ext uri="{FF2B5EF4-FFF2-40B4-BE49-F238E27FC236}">
                <a16:creationId xmlns:a16="http://schemas.microsoft.com/office/drawing/2014/main" id="{394E7435-E8F6-47E8-A008-3EFC03AA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p79-25">
            <a:extLst xmlns:a="http://schemas.openxmlformats.org/drawingml/2006/main">
              <a:ext uri="{FF2B5EF4-FFF2-40B4-BE49-F238E27FC236}">
                <a16:creationId xmlns:a16="http://schemas.microsoft.com/office/drawing/2014/main" id="{CF371A9A-C02A-4BBA-8CB0-70D8A32B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00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As garantias e os limites da linguagem</a:t>
            </a:r>
          </a:p>
        </p:txBody>
      </p:sp>
      <p:sp>
        <p:nvSpPr>
          <p:cNvPr id="13" name="p79-26">
            <a:extLst xmlns:a="http://schemas.openxmlformats.org/drawingml/2006/main">
              <a:ext uri="{FF2B5EF4-FFF2-40B4-BE49-F238E27FC236}">
                <a16:creationId xmlns:a16="http://schemas.microsoft.com/office/drawing/2014/main" id="{56238ED9-8247-4738-9FFA-CEC93192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79-27">
            <a:extLst xmlns:a="http://schemas.openxmlformats.org/drawingml/2006/main">
              <a:ext uri="{FF2B5EF4-FFF2-40B4-BE49-F238E27FC236}">
                <a16:creationId xmlns:a16="http://schemas.microsoft.com/office/drawing/2014/main" id="{B7948C2F-81F4-41B5-BC0B-FD0C62B9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5" name="p79-28">
            <a:extLst xmlns:a="http://schemas.openxmlformats.org/drawingml/2006/main">
              <a:ext uri="{FF2B5EF4-FFF2-40B4-BE49-F238E27FC236}">
                <a16:creationId xmlns:a16="http://schemas.microsoft.com/office/drawing/2014/main" id="{C940BC11-DC36-4C2A-A12B-949CA508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1829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BE88D-6A5D-456E-8252-6E13329861D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4395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B66A9-110D-4D26-8377-4E22B4EB496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817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58E47-BD54-420D-A5DA-35EA9BA74EA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1945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4" name="p79-29">
            <a:extLst xmlns:a="http://schemas.openxmlformats.org/drawingml/2006/main">
              <a:ext uri="{FF2B5EF4-FFF2-40B4-BE49-F238E27FC236}">
                <a16:creationId xmlns:a16="http://schemas.microsoft.com/office/drawing/2014/main" id="{0EE9BD52-55A1-4D44-8792-B43951AC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30">
            <a:extLst xmlns:a="http://schemas.openxmlformats.org/drawingml/2006/main">
              <a:ext uri="{FF2B5EF4-FFF2-40B4-BE49-F238E27FC236}">
                <a16:creationId xmlns:a16="http://schemas.microsoft.com/office/drawing/2014/main" id="{590B46F4-E992-4F9C-80BE-141DD61D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0 — Rust, C e o caminho até o executável</a:t>
            </a:r>
          </a:p>
        </p:txBody>
      </p:sp>
      <p:sp>
        <p:nvSpPr>
          <p:cNvPr id="3" name="p79-31">
            <a:extLst xmlns:a="http://schemas.openxmlformats.org/drawingml/2006/main">
              <a:ext uri="{FF2B5EF4-FFF2-40B4-BE49-F238E27FC236}">
                <a16:creationId xmlns:a16="http://schemas.microsoft.com/office/drawing/2014/main" id="{51F77988-888A-4778-86D6-A22E9BDB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inicial</a:t>
            </a:r>
          </a:p>
        </p:txBody>
      </p:sp>
      <p:sp>
        <p:nvSpPr>
          <p:cNvPr id="4" name="p79-32">
            <a:extLst xmlns:a="http://schemas.openxmlformats.org/drawingml/2006/main">
              <a:ext uri="{FF2B5EF4-FFF2-40B4-BE49-F238E27FC236}">
                <a16:creationId xmlns:a16="http://schemas.microsoft.com/office/drawing/2014/main" id="{614F906E-822F-4387-8A65-52925E57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Graydon Hoare, OCaml e Mozilla</a:t>
            </a:r>
          </a:p>
        </p:txBody>
      </p:sp>
      <p:sp>
        <p:nvSpPr>
          <p:cNvPr id="5" name="p79-33">
            <a:extLst xmlns:a="http://schemas.openxmlformats.org/drawingml/2006/main">
              <a:ext uri="{FF2B5EF4-FFF2-40B4-BE49-F238E27FC236}">
                <a16:creationId xmlns:a16="http://schemas.microsoft.com/office/drawing/2014/main" id="{0510912C-83F5-47E7-8DBB-5FC86F37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34">
            <a:extLst xmlns:a="http://schemas.openxmlformats.org/drawingml/2006/main">
              <a:ext uri="{FF2B5EF4-FFF2-40B4-BE49-F238E27FC236}">
                <a16:creationId xmlns:a16="http://schemas.microsoft.com/office/drawing/2014/main" id="{88123A96-C974-4531-81AC-27DECF79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35">
            <a:extLst xmlns:a="http://schemas.openxmlformats.org/drawingml/2006/main">
              <a:ext uri="{FF2B5EF4-FFF2-40B4-BE49-F238E27FC236}">
                <a16:creationId xmlns:a16="http://schemas.microsoft.com/office/drawing/2014/main" id="{5E3DBECB-CB21-4BF4-B926-6FD18CA2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2006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Projeto pessoal</a:t>
            </a:r>
          </a:p>
        </p:txBody>
      </p:sp>
      <p:sp>
        <p:nvSpPr>
          <p:cNvPr id="8" name="p79-36">
            <a:extLst xmlns:a="http://schemas.openxmlformats.org/drawingml/2006/main">
              <a:ext uri="{FF2B5EF4-FFF2-40B4-BE49-F238E27FC236}">
                <a16:creationId xmlns:a16="http://schemas.microsoft.com/office/drawing/2014/main" id="{F62F10C2-162E-4B6A-9C7F-CB1F4305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37">
            <a:extLst xmlns:a="http://schemas.openxmlformats.org/drawingml/2006/main">
              <a:ext uri="{FF2B5EF4-FFF2-40B4-BE49-F238E27FC236}">
                <a16:creationId xmlns:a16="http://schemas.microsoft.com/office/drawing/2014/main" id="{AA365904-0FD9-4283-A99D-D8D97786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38">
            <a:extLst xmlns:a="http://schemas.openxmlformats.org/drawingml/2006/main">
              <a:ext uri="{FF2B5EF4-FFF2-40B4-BE49-F238E27FC236}">
                <a16:creationId xmlns:a16="http://schemas.microsoft.com/office/drawing/2014/main" id="{6E2A3CB9-D1CA-40D6-8BC9-93CB26DD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OCaml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Primeiro compilador</a:t>
            </a:r>
          </a:p>
        </p:txBody>
      </p:sp>
      <p:sp>
        <p:nvSpPr>
          <p:cNvPr id="11" name="p79-39">
            <a:extLst xmlns:a="http://schemas.openxmlformats.org/drawingml/2006/main">
              <a:ext uri="{FF2B5EF4-FFF2-40B4-BE49-F238E27FC236}">
                <a16:creationId xmlns:a16="http://schemas.microsoft.com/office/drawing/2014/main" id="{5D333366-1811-4E3B-80B5-A32F387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40">
            <a:extLst xmlns:a="http://schemas.openxmlformats.org/drawingml/2006/main">
              <a:ext uri="{FF2B5EF4-FFF2-40B4-BE49-F238E27FC236}">
                <a16:creationId xmlns:a16="http://schemas.microsoft.com/office/drawing/2014/main" id="{286B97BE-5819-4453-B2A1-3B2E0C21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41">
            <a:extLst xmlns:a="http://schemas.openxmlformats.org/drawingml/2006/main">
              <a:ext uri="{FF2B5EF4-FFF2-40B4-BE49-F238E27FC236}">
                <a16:creationId xmlns:a16="http://schemas.microsoft.com/office/drawing/2014/main" id="{7AF8A5DA-A809-413D-810E-54C81321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2009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Apoio da Mozilla</a:t>
            </a:r>
          </a:p>
        </p:txBody>
      </p:sp>
      <p:sp>
        <p:nvSpPr>
          <p:cNvPr id="14" name="p79-42">
            <a:extLst xmlns:a="http://schemas.openxmlformats.org/drawingml/2006/main">
              <a:ext uri="{FF2B5EF4-FFF2-40B4-BE49-F238E27FC236}">
                <a16:creationId xmlns:a16="http://schemas.microsoft.com/office/drawing/2014/main" id="{7C5C8AC9-8AF4-43E4-A34A-755B6F34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43">
            <a:extLst xmlns:a="http://schemas.openxmlformats.org/drawingml/2006/main">
              <a:ext uri="{FF2B5EF4-FFF2-40B4-BE49-F238E27FC236}">
                <a16:creationId xmlns:a16="http://schemas.microsoft.com/office/drawing/2014/main" id="{E9214D42-83FB-4DE7-8167-5ABB541C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44">
            <a:extLst xmlns:a="http://schemas.openxmlformats.org/drawingml/2006/main">
              <a:ext uri="{FF2B5EF4-FFF2-40B4-BE49-F238E27FC236}">
                <a16:creationId xmlns:a16="http://schemas.microsoft.com/office/drawing/2014/main" id="{68DFA114-9E67-4E0B-B33C-184CC407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Hoje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rustc em Rust</a:t>
            </a:r>
          </a:p>
        </p:txBody>
      </p:sp>
      <p:sp>
        <p:nvSpPr>
          <p:cNvPr id="20" name="p79-45">
            <a:extLst xmlns:a="http://schemas.openxmlformats.org/drawingml/2006/main">
              <a:ext uri="{FF2B5EF4-FFF2-40B4-BE49-F238E27FC236}">
                <a16:creationId xmlns:a16="http://schemas.microsoft.com/office/drawing/2014/main" id="{2A0FA4C6-B2A0-4AB9-B6ED-33032A3B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 linguagem e a linguagem usada para escrever seu compilador são coisas diferentes</a:t>
            </a:r>
          </a:p>
        </p:txBody>
      </p:sp>
      <p:sp>
        <p:nvSpPr>
          <p:cNvPr id="21" name="p79-46">
            <a:extLst xmlns:a="http://schemas.openxmlformats.org/drawingml/2006/main">
              <a:ext uri="{FF2B5EF4-FFF2-40B4-BE49-F238E27FC236}">
                <a16:creationId xmlns:a16="http://schemas.microsoft.com/office/drawing/2014/main" id="{F856E943-C472-4FC6-9323-DE6549D4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79-47">
            <a:extLst xmlns:a="http://schemas.openxmlformats.org/drawingml/2006/main">
              <a:ext uri="{FF2B5EF4-FFF2-40B4-BE49-F238E27FC236}">
                <a16:creationId xmlns:a16="http://schemas.microsoft.com/office/drawing/2014/main" id="{F517BB35-A97B-4225-A88C-7AEEBDA9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3" name="p79-48">
            <a:extLst xmlns:a="http://schemas.openxmlformats.org/drawingml/2006/main">
              <a:ext uri="{FF2B5EF4-FFF2-40B4-BE49-F238E27FC236}">
                <a16:creationId xmlns:a16="http://schemas.microsoft.com/office/drawing/2014/main" id="{FD9FF185-B6B2-4059-B484-79D3B39B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4776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17E2E-696D-4E33-AA75-33DECA9B010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4395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80449-1D0B-49C9-A38E-D248473365C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817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4437B-9883-4B6A-8379-16BE89216C4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1945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4" name="p79-49">
            <a:extLst xmlns:a="http://schemas.openxmlformats.org/drawingml/2006/main">
              <a:ext uri="{FF2B5EF4-FFF2-40B4-BE49-F238E27FC236}">
                <a16:creationId xmlns:a16="http://schemas.microsoft.com/office/drawing/2014/main" id="{D5FE5C40-067A-4D5B-8F66-E4471FCE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50">
            <a:extLst xmlns:a="http://schemas.openxmlformats.org/drawingml/2006/main">
              <a:ext uri="{FF2B5EF4-FFF2-40B4-BE49-F238E27FC236}">
                <a16:creationId xmlns:a16="http://schemas.microsoft.com/office/drawing/2014/main" id="{C8EB8780-06B7-4160-9950-E3CECD4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0 — Rust, C e o caminho até o executável</a:t>
            </a:r>
          </a:p>
        </p:txBody>
      </p:sp>
      <p:sp>
        <p:nvSpPr>
          <p:cNvPr id="3" name="p79-51">
            <a:extLst xmlns:a="http://schemas.openxmlformats.org/drawingml/2006/main">
              <a:ext uri="{FF2B5EF4-FFF2-40B4-BE49-F238E27FC236}">
                <a16:creationId xmlns:a16="http://schemas.microsoft.com/office/drawing/2014/main" id="{3606EC87-7B27-4864-AEA3-C80836AA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inicial</a:t>
            </a:r>
          </a:p>
        </p:txBody>
      </p:sp>
      <p:sp>
        <p:nvSpPr>
          <p:cNvPr id="4" name="p79-52">
            <a:extLst xmlns:a="http://schemas.openxmlformats.org/drawingml/2006/main">
              <a:ext uri="{FF2B5EF4-FFF2-40B4-BE49-F238E27FC236}">
                <a16:creationId xmlns:a16="http://schemas.microsoft.com/office/drawing/2014/main" id="{7CCD81C8-EB11-492C-B946-C4C6E109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Rust, rustc e Cargo têm funções distintas</a:t>
            </a:r>
          </a:p>
        </p:txBody>
      </p:sp>
      <p:sp>
        <p:nvSpPr>
          <p:cNvPr id="5" name="p79-53">
            <a:extLst xmlns:a="http://schemas.openxmlformats.org/drawingml/2006/main">
              <a:ext uri="{FF2B5EF4-FFF2-40B4-BE49-F238E27FC236}">
                <a16:creationId xmlns:a16="http://schemas.microsoft.com/office/drawing/2014/main" id="{48DBB61B-8F9D-455E-AE27-E2FC6A86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54">
            <a:extLst xmlns:a="http://schemas.openxmlformats.org/drawingml/2006/main">
              <a:ext uri="{FF2B5EF4-FFF2-40B4-BE49-F238E27FC236}">
                <a16:creationId xmlns:a16="http://schemas.microsoft.com/office/drawing/2014/main" id="{965DA107-58CD-41B7-9C19-8BF8D5BA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55">
            <a:extLst xmlns:a="http://schemas.openxmlformats.org/drawingml/2006/main">
              <a:ext uri="{FF2B5EF4-FFF2-40B4-BE49-F238E27FC236}">
                <a16:creationId xmlns:a16="http://schemas.microsoft.com/office/drawing/2014/main" id="{1299443E-EB89-4A88-BE02-6E9FE815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Rust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Regras da linguagem</a:t>
            </a:r>
          </a:p>
        </p:txBody>
      </p:sp>
      <p:sp>
        <p:nvSpPr>
          <p:cNvPr id="8" name="p79-56">
            <a:extLst xmlns:a="http://schemas.openxmlformats.org/drawingml/2006/main">
              <a:ext uri="{FF2B5EF4-FFF2-40B4-BE49-F238E27FC236}">
                <a16:creationId xmlns:a16="http://schemas.microsoft.com/office/drawing/2014/main" id="{60F2F9E6-674D-4F8D-B726-6CC08892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57">
            <a:extLst xmlns:a="http://schemas.openxmlformats.org/drawingml/2006/main">
              <a:ext uri="{FF2B5EF4-FFF2-40B4-BE49-F238E27FC236}">
                <a16:creationId xmlns:a16="http://schemas.microsoft.com/office/drawing/2014/main" id="{6371BD72-867A-454F-9009-D4069424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58">
            <a:extLst xmlns:a="http://schemas.openxmlformats.org/drawingml/2006/main">
              <a:ext uri="{FF2B5EF4-FFF2-40B4-BE49-F238E27FC236}">
                <a16:creationId xmlns:a16="http://schemas.microsoft.com/office/drawing/2014/main" id="{8311E229-E69A-49F7-8236-1CAC3BF5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Cargo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Organiza o projeto</a:t>
            </a:r>
          </a:p>
        </p:txBody>
      </p:sp>
      <p:sp>
        <p:nvSpPr>
          <p:cNvPr id="11" name="p79-59">
            <a:extLst xmlns:a="http://schemas.openxmlformats.org/drawingml/2006/main">
              <a:ext uri="{FF2B5EF4-FFF2-40B4-BE49-F238E27FC236}">
                <a16:creationId xmlns:a16="http://schemas.microsoft.com/office/drawing/2014/main" id="{BED37D35-3375-407A-A7E1-F437F622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60">
            <a:extLst xmlns:a="http://schemas.openxmlformats.org/drawingml/2006/main">
              <a:ext uri="{FF2B5EF4-FFF2-40B4-BE49-F238E27FC236}">
                <a16:creationId xmlns:a16="http://schemas.microsoft.com/office/drawing/2014/main" id="{32B39965-5B0C-4A2A-B5CD-9125BC3C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61">
            <a:extLst xmlns:a="http://schemas.openxmlformats.org/drawingml/2006/main">
              <a:ext uri="{FF2B5EF4-FFF2-40B4-BE49-F238E27FC236}">
                <a16:creationId xmlns:a16="http://schemas.microsoft.com/office/drawing/2014/main" id="{2097EA32-24D0-4205-942F-3506CA3A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rustc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Compila o código</a:t>
            </a:r>
          </a:p>
        </p:txBody>
      </p:sp>
      <p:sp>
        <p:nvSpPr>
          <p:cNvPr id="14" name="p79-62">
            <a:extLst xmlns:a="http://schemas.openxmlformats.org/drawingml/2006/main">
              <a:ext uri="{FF2B5EF4-FFF2-40B4-BE49-F238E27FC236}">
                <a16:creationId xmlns:a16="http://schemas.microsoft.com/office/drawing/2014/main" id="{0DD11D8E-2873-492A-9B4C-29C43129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63">
            <a:extLst xmlns:a="http://schemas.openxmlformats.org/drawingml/2006/main">
              <a:ext uri="{FF2B5EF4-FFF2-40B4-BE49-F238E27FC236}">
                <a16:creationId xmlns:a16="http://schemas.microsoft.com/office/drawing/2014/main" id="{85D1792A-0714-45DD-93DA-E4F2F5FF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64">
            <a:extLst xmlns:a="http://schemas.openxmlformats.org/drawingml/2006/main">
              <a:ext uri="{FF2B5EF4-FFF2-40B4-BE49-F238E27FC236}">
                <a16:creationId xmlns:a16="http://schemas.microsoft.com/office/drawing/2014/main" id="{4B558F5A-2BC0-4AB3-A71A-6EA193FE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Executável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Roda no sistema</a:t>
            </a:r>
          </a:p>
        </p:txBody>
      </p:sp>
      <p:sp>
        <p:nvSpPr>
          <p:cNvPr id="20" name="p79-65">
            <a:extLst xmlns:a="http://schemas.openxmlformats.org/drawingml/2006/main">
              <a:ext uri="{FF2B5EF4-FFF2-40B4-BE49-F238E27FC236}">
                <a16:creationId xmlns:a16="http://schemas.microsoft.com/office/drawing/2014/main" id="{54DDD936-DBDE-4EE3-9B60-16E794A6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Cargo aciona rustc e coordena também a compilação das dependências</a:t>
            </a:r>
          </a:p>
        </p:txBody>
      </p:sp>
      <p:sp>
        <p:nvSpPr>
          <p:cNvPr id="21" name="p79-66">
            <a:extLst xmlns:a="http://schemas.openxmlformats.org/drawingml/2006/main">
              <a:ext uri="{FF2B5EF4-FFF2-40B4-BE49-F238E27FC236}">
                <a16:creationId xmlns:a16="http://schemas.microsoft.com/office/drawing/2014/main" id="{3AA319C3-0CDC-48AD-8CC4-BDEC8A84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79-67">
            <a:extLst xmlns:a="http://schemas.openxmlformats.org/drawingml/2006/main">
              <a:ext uri="{FF2B5EF4-FFF2-40B4-BE49-F238E27FC236}">
                <a16:creationId xmlns:a16="http://schemas.microsoft.com/office/drawing/2014/main" id="{EBCAE747-1D1F-4188-85E1-D7A6C4A0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3" name="p79-68">
            <a:extLst xmlns:a="http://schemas.openxmlformats.org/drawingml/2006/main">
              <a:ext uri="{FF2B5EF4-FFF2-40B4-BE49-F238E27FC236}">
                <a16:creationId xmlns:a16="http://schemas.microsoft.com/office/drawing/2014/main" id="{4E4EA5B0-2195-495C-A2D1-9C145E25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9123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E737B-6669-44AC-AB2F-EE5D65EB4239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6647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9E15ED-8916-4565-B610-3FB181F20D1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8232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BB6CE1-5BD8-4E19-99E0-8E226A854A8A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817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70B18D-EE9C-4EF1-8081-C01315CE896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402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BA3CD-28FC-4BF0-B83D-FBBAED421F6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987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32" name="p79-69">
            <a:extLst xmlns:a="http://schemas.openxmlformats.org/drawingml/2006/main">
              <a:ext uri="{FF2B5EF4-FFF2-40B4-BE49-F238E27FC236}">
                <a16:creationId xmlns:a16="http://schemas.microsoft.com/office/drawing/2014/main" id="{4B7F0665-7C7F-4515-B22B-1B39BB65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70">
            <a:extLst xmlns:a="http://schemas.openxmlformats.org/drawingml/2006/main">
              <a:ext uri="{FF2B5EF4-FFF2-40B4-BE49-F238E27FC236}">
                <a16:creationId xmlns:a16="http://schemas.microsoft.com/office/drawing/2014/main" id="{3820A946-C727-44CF-B78F-457FDD50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0 — Rust, C e o caminho até o executável</a:t>
            </a:r>
          </a:p>
        </p:txBody>
      </p:sp>
      <p:sp>
        <p:nvSpPr>
          <p:cNvPr id="3" name="p79-71">
            <a:extLst xmlns:a="http://schemas.openxmlformats.org/drawingml/2006/main">
              <a:ext uri="{FF2B5EF4-FFF2-40B4-BE49-F238E27FC236}">
                <a16:creationId xmlns:a16="http://schemas.microsoft.com/office/drawing/2014/main" id="{089FE52A-985D-4EA2-9D1D-5D6C723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inicial</a:t>
            </a:r>
          </a:p>
        </p:txBody>
      </p:sp>
      <p:sp>
        <p:nvSpPr>
          <p:cNvPr id="4" name="p79-72">
            <a:extLst xmlns:a="http://schemas.openxmlformats.org/drawingml/2006/main">
              <a:ext uri="{FF2B5EF4-FFF2-40B4-BE49-F238E27FC236}">
                <a16:creationId xmlns:a16="http://schemas.microsoft.com/office/drawing/2014/main" id="{074A5AA3-2625-4091-A88F-7CF3249C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 pipeline simplificado do rustc</a:t>
            </a:r>
          </a:p>
        </p:txBody>
      </p:sp>
      <p:sp>
        <p:nvSpPr>
          <p:cNvPr id="5" name="p79-73">
            <a:extLst xmlns:a="http://schemas.openxmlformats.org/drawingml/2006/main">
              <a:ext uri="{FF2B5EF4-FFF2-40B4-BE49-F238E27FC236}">
                <a16:creationId xmlns:a16="http://schemas.microsoft.com/office/drawing/2014/main" id="{B8F38569-D748-4CF7-B78B-6C2F5D37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612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74">
            <a:extLst xmlns:a="http://schemas.openxmlformats.org/drawingml/2006/main">
              <a:ext uri="{FF2B5EF4-FFF2-40B4-BE49-F238E27FC236}">
                <a16:creationId xmlns:a16="http://schemas.microsoft.com/office/drawing/2014/main" id="{1AF2B6A2-1949-47CA-AD89-EB22096C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34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75">
            <a:extLst xmlns:a="http://schemas.openxmlformats.org/drawingml/2006/main">
              <a:ext uri="{FF2B5EF4-FFF2-40B4-BE49-F238E27FC236}">
                <a16:creationId xmlns:a16="http://schemas.microsoft.com/office/drawing/2014/main" id="{517C6C43-8D8F-4C77-88CE-AC2F9BF0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346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Código .rs</a:t>
            </a:r>
          </a:p>
        </p:txBody>
      </p:sp>
      <p:sp>
        <p:nvSpPr>
          <p:cNvPr id="8" name="p79-76">
            <a:extLst xmlns:a="http://schemas.openxmlformats.org/drawingml/2006/main">
              <a:ext uri="{FF2B5EF4-FFF2-40B4-BE49-F238E27FC236}">
                <a16:creationId xmlns:a16="http://schemas.microsoft.com/office/drawing/2014/main" id="{884C110A-CE14-479E-A03C-19E2C633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300" y="2667000"/>
            <a:ext cx="1612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77">
            <a:extLst xmlns:a="http://schemas.openxmlformats.org/drawingml/2006/main">
              <a:ext uri="{FF2B5EF4-FFF2-40B4-BE49-F238E27FC236}">
                <a16:creationId xmlns:a16="http://schemas.microsoft.com/office/drawing/2014/main" id="{7645700F-BA28-498D-8988-D739AC84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650" y="2857500"/>
            <a:ext cx="134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78">
            <a:extLst xmlns:a="http://schemas.openxmlformats.org/drawingml/2006/main">
              <a:ext uri="{FF2B5EF4-FFF2-40B4-BE49-F238E27FC236}">
                <a16:creationId xmlns:a16="http://schemas.microsoft.com/office/drawing/2014/main" id="{26CA35B3-516C-494C-9D46-8B6F0E17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650" y="3276600"/>
            <a:ext cx="1346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AST / HIR</a:t>
            </a:r>
          </a:p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Sintaxe e tipos</a:t>
            </a:r>
          </a:p>
        </p:txBody>
      </p:sp>
      <p:sp>
        <p:nvSpPr>
          <p:cNvPr id="11" name="p79-79">
            <a:extLst xmlns:a="http://schemas.openxmlformats.org/drawingml/2006/main">
              <a:ext uri="{FF2B5EF4-FFF2-40B4-BE49-F238E27FC236}">
                <a16:creationId xmlns:a16="http://schemas.microsoft.com/office/drawing/2014/main" id="{E8DD6FBB-93BC-4A7A-8F4F-153BD4D5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67000"/>
            <a:ext cx="1612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80">
            <a:extLst xmlns:a="http://schemas.openxmlformats.org/drawingml/2006/main">
              <a:ext uri="{FF2B5EF4-FFF2-40B4-BE49-F238E27FC236}">
                <a16:creationId xmlns:a16="http://schemas.microsoft.com/office/drawing/2014/main" id="{8026584C-7E5E-43A3-98F2-69DA8342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857500"/>
            <a:ext cx="134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81">
            <a:extLst xmlns:a="http://schemas.openxmlformats.org/drawingml/2006/main">
              <a:ext uri="{FF2B5EF4-FFF2-40B4-BE49-F238E27FC236}">
                <a16:creationId xmlns:a16="http://schemas.microsoft.com/office/drawing/2014/main" id="{B80F01F4-76F4-4968-A00F-D5D2340A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276600"/>
            <a:ext cx="1346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MIR</a:t>
            </a:r>
          </a:p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Borrow</a:t>
            </a:r>
          </a:p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checker</a:t>
            </a:r>
          </a:p>
        </p:txBody>
      </p:sp>
      <p:sp>
        <p:nvSpPr>
          <p:cNvPr id="14" name="p79-82">
            <a:extLst xmlns:a="http://schemas.openxmlformats.org/drawingml/2006/main">
              <a:ext uri="{FF2B5EF4-FFF2-40B4-BE49-F238E27FC236}">
                <a16:creationId xmlns:a16="http://schemas.microsoft.com/office/drawing/2014/main" id="{ABE7E7D1-5C05-45BF-925C-9FF0F22F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1612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83">
            <a:extLst xmlns:a="http://schemas.openxmlformats.org/drawingml/2006/main">
              <a:ext uri="{FF2B5EF4-FFF2-40B4-BE49-F238E27FC236}">
                <a16:creationId xmlns:a16="http://schemas.microsoft.com/office/drawing/2014/main" id="{577807E4-FE90-4B1D-ABC7-9C01BCD1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134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84">
            <a:extLst xmlns:a="http://schemas.openxmlformats.org/drawingml/2006/main">
              <a:ext uri="{FF2B5EF4-FFF2-40B4-BE49-F238E27FC236}">
                <a16:creationId xmlns:a16="http://schemas.microsoft.com/office/drawing/2014/main" id="{8F2C4B4B-FACB-46C9-BDF6-B6CCFBFC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1346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LLVM IR</a:t>
            </a:r>
          </a:p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Otimizações</a:t>
            </a:r>
          </a:p>
        </p:txBody>
      </p:sp>
      <p:sp>
        <p:nvSpPr>
          <p:cNvPr id="17" name="p79-85">
            <a:extLst xmlns:a="http://schemas.openxmlformats.org/drawingml/2006/main">
              <a:ext uri="{FF2B5EF4-FFF2-40B4-BE49-F238E27FC236}">
                <a16:creationId xmlns:a16="http://schemas.microsoft.com/office/drawing/2014/main" id="{59DF08DD-195F-4BCD-AF69-38AC7E0B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67000"/>
            <a:ext cx="1612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86">
            <a:extLst xmlns:a="http://schemas.openxmlformats.org/drawingml/2006/main">
              <a:ext uri="{FF2B5EF4-FFF2-40B4-BE49-F238E27FC236}">
                <a16:creationId xmlns:a16="http://schemas.microsoft.com/office/drawing/2014/main" id="{51FD341A-33C0-45B1-984D-648FD505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857500"/>
            <a:ext cx="134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79-87">
            <a:extLst xmlns:a="http://schemas.openxmlformats.org/drawingml/2006/main">
              <a:ext uri="{FF2B5EF4-FFF2-40B4-BE49-F238E27FC236}">
                <a16:creationId xmlns:a16="http://schemas.microsoft.com/office/drawing/2014/main" id="{9D4586AA-7D77-4812-A754-B684BE86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276600"/>
            <a:ext cx="1346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Objeto</a:t>
            </a:r>
          </a:p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Instruções</a:t>
            </a:r>
          </a:p>
        </p:txBody>
      </p:sp>
      <p:sp>
        <p:nvSpPr>
          <p:cNvPr id="20" name="p79-88">
            <a:extLst xmlns:a="http://schemas.openxmlformats.org/drawingml/2006/main">
              <a:ext uri="{FF2B5EF4-FFF2-40B4-BE49-F238E27FC236}">
                <a16:creationId xmlns:a16="http://schemas.microsoft.com/office/drawing/2014/main" id="{74BCB6D6-2ACC-432F-B795-5C32F362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300" y="2667000"/>
            <a:ext cx="1612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79-89">
            <a:extLst xmlns:a="http://schemas.openxmlformats.org/drawingml/2006/main">
              <a:ext uri="{FF2B5EF4-FFF2-40B4-BE49-F238E27FC236}">
                <a16:creationId xmlns:a16="http://schemas.microsoft.com/office/drawing/2014/main" id="{D8A47808-2A38-4562-9AA5-42CE4D32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2857500"/>
            <a:ext cx="134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p79-90">
            <a:extLst xmlns:a="http://schemas.openxmlformats.org/drawingml/2006/main">
              <a:ext uri="{FF2B5EF4-FFF2-40B4-BE49-F238E27FC236}">
                <a16:creationId xmlns:a16="http://schemas.microsoft.com/office/drawing/2014/main" id="{88DBCA1F-843C-42A3-AAD4-A4A4AD5E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3276600"/>
            <a:ext cx="1346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Linker</a:t>
            </a:r>
          </a:p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Executável</a:t>
            </a:r>
          </a:p>
        </p:txBody>
      </p:sp>
      <p:sp>
        <p:nvSpPr>
          <p:cNvPr id="28" name="p79-91">
            <a:extLst xmlns:a="http://schemas.openxmlformats.org/drawingml/2006/main">
              <a:ext uri="{FF2B5EF4-FFF2-40B4-BE49-F238E27FC236}">
                <a16:creationId xmlns:a16="http://schemas.microsoft.com/office/drawing/2014/main" id="{9DC0B28F-2F92-4794-AB65-3D6F524E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O backend padrão usa LLVM. O desenho resume várias etapas internas.</a:t>
            </a:r>
          </a:p>
        </p:txBody>
      </p:sp>
      <p:sp>
        <p:nvSpPr>
          <p:cNvPr id="29" name="p79-92">
            <a:extLst xmlns:a="http://schemas.openxmlformats.org/drawingml/2006/main">
              <a:ext uri="{FF2B5EF4-FFF2-40B4-BE49-F238E27FC236}">
                <a16:creationId xmlns:a16="http://schemas.microsoft.com/office/drawing/2014/main" id="{89DD3326-1FFB-410C-966A-6FB5C456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79-93">
            <a:extLst xmlns:a="http://schemas.openxmlformats.org/drawingml/2006/main">
              <a:ext uri="{FF2B5EF4-FFF2-40B4-BE49-F238E27FC236}">
                <a16:creationId xmlns:a16="http://schemas.microsoft.com/office/drawing/2014/main" id="{11D33D25-C5F3-43CB-A1AD-2DD8EBF1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31" name="p79-94">
            <a:extLst xmlns:a="http://schemas.openxmlformats.org/drawingml/2006/main">
              <a:ext uri="{FF2B5EF4-FFF2-40B4-BE49-F238E27FC236}">
                <a16:creationId xmlns:a16="http://schemas.microsoft.com/office/drawing/2014/main" id="{372D94F8-61DB-4EB4-921B-CC1DFD7F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2408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C4A7B-E39F-4B2F-97B6-F7A24B9581B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4395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A440F-83A1-487E-A583-15A6511CAC2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817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90976-8F5A-4F30-997B-595D06D8AEC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1945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4" name="p79-95">
            <a:extLst xmlns:a="http://schemas.openxmlformats.org/drawingml/2006/main">
              <a:ext uri="{FF2B5EF4-FFF2-40B4-BE49-F238E27FC236}">
                <a16:creationId xmlns:a16="http://schemas.microsoft.com/office/drawing/2014/main" id="{ABFC709B-5172-498D-BF32-18409130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96">
            <a:extLst xmlns:a="http://schemas.openxmlformats.org/drawingml/2006/main">
              <a:ext uri="{FF2B5EF4-FFF2-40B4-BE49-F238E27FC236}">
                <a16:creationId xmlns:a16="http://schemas.microsoft.com/office/drawing/2014/main" id="{F2245C70-81F6-4D9D-A7A8-02AC659A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0 — Rust, C e o caminho até o executável</a:t>
            </a:r>
          </a:p>
        </p:txBody>
      </p:sp>
      <p:sp>
        <p:nvSpPr>
          <p:cNvPr id="3" name="p79-97">
            <a:extLst xmlns:a="http://schemas.openxmlformats.org/drawingml/2006/main">
              <a:ext uri="{FF2B5EF4-FFF2-40B4-BE49-F238E27FC236}">
                <a16:creationId xmlns:a16="http://schemas.microsoft.com/office/drawing/2014/main" id="{7159F509-E8EB-405E-A760-E3D7DF68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inicial</a:t>
            </a:r>
          </a:p>
        </p:txBody>
      </p:sp>
      <p:sp>
        <p:nvSpPr>
          <p:cNvPr id="4" name="p79-98">
            <a:extLst xmlns:a="http://schemas.openxmlformats.org/drawingml/2006/main">
              <a:ext uri="{FF2B5EF4-FFF2-40B4-BE49-F238E27FC236}">
                <a16:creationId xmlns:a16="http://schemas.microsoft.com/office/drawing/2014/main" id="{00858054-CE27-4FA9-930D-78229039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LLVM reutiliza etapas entre linguagens</a:t>
            </a:r>
          </a:p>
        </p:txBody>
      </p:sp>
      <p:sp>
        <p:nvSpPr>
          <p:cNvPr id="5" name="p79-99">
            <a:extLst xmlns:a="http://schemas.openxmlformats.org/drawingml/2006/main">
              <a:ext uri="{FF2B5EF4-FFF2-40B4-BE49-F238E27FC236}">
                <a16:creationId xmlns:a16="http://schemas.microsoft.com/office/drawing/2014/main" id="{4D38C594-4FE5-411D-8DA1-D36C8B0E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100">
            <a:extLst xmlns:a="http://schemas.openxmlformats.org/drawingml/2006/main">
              <a:ext uri="{FF2B5EF4-FFF2-40B4-BE49-F238E27FC236}">
                <a16:creationId xmlns:a16="http://schemas.microsoft.com/office/drawing/2014/main" id="{65BEB395-30FA-4088-8285-1E831E57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101">
            <a:extLst xmlns:a="http://schemas.openxmlformats.org/drawingml/2006/main">
              <a:ext uri="{FF2B5EF4-FFF2-40B4-BE49-F238E27FC236}">
                <a16:creationId xmlns:a16="http://schemas.microsoft.com/office/drawing/2014/main" id="{5D7E4B84-0D24-4AFC-9347-A04F69DC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Front-end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Regras da linguagem</a:t>
            </a:r>
          </a:p>
        </p:txBody>
      </p:sp>
      <p:sp>
        <p:nvSpPr>
          <p:cNvPr id="8" name="p79-102">
            <a:extLst xmlns:a="http://schemas.openxmlformats.org/drawingml/2006/main">
              <a:ext uri="{FF2B5EF4-FFF2-40B4-BE49-F238E27FC236}">
                <a16:creationId xmlns:a16="http://schemas.microsoft.com/office/drawing/2014/main" id="{3E728B01-1573-4840-86CA-12168128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103">
            <a:extLst xmlns:a="http://schemas.openxmlformats.org/drawingml/2006/main">
              <a:ext uri="{FF2B5EF4-FFF2-40B4-BE49-F238E27FC236}">
                <a16:creationId xmlns:a16="http://schemas.microsoft.com/office/drawing/2014/main" id="{AEF2A555-2539-4640-A79A-47095B49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104">
            <a:extLst xmlns:a="http://schemas.openxmlformats.org/drawingml/2006/main">
              <a:ext uri="{FF2B5EF4-FFF2-40B4-BE49-F238E27FC236}">
                <a16:creationId xmlns:a16="http://schemas.microsoft.com/office/drawing/2014/main" id="{4FC6435F-3168-49C8-9986-C7F15E5F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LLVM IR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Código intermediário</a:t>
            </a:r>
          </a:p>
        </p:txBody>
      </p:sp>
      <p:sp>
        <p:nvSpPr>
          <p:cNvPr id="11" name="p79-105">
            <a:extLst xmlns:a="http://schemas.openxmlformats.org/drawingml/2006/main">
              <a:ext uri="{FF2B5EF4-FFF2-40B4-BE49-F238E27FC236}">
                <a16:creationId xmlns:a16="http://schemas.microsoft.com/office/drawing/2014/main" id="{E0494B7F-C3CA-425B-BDE9-D0E7CF64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106">
            <a:extLst xmlns:a="http://schemas.openxmlformats.org/drawingml/2006/main">
              <a:ext uri="{FF2B5EF4-FFF2-40B4-BE49-F238E27FC236}">
                <a16:creationId xmlns:a16="http://schemas.microsoft.com/office/drawing/2014/main" id="{9C0C0F0F-4C91-482D-A2AC-EC977213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107">
            <a:extLst xmlns:a="http://schemas.openxmlformats.org/drawingml/2006/main">
              <a:ext uri="{FF2B5EF4-FFF2-40B4-BE49-F238E27FC236}">
                <a16:creationId xmlns:a16="http://schemas.microsoft.com/office/drawing/2014/main" id="{199074BD-71AE-4AB6-8B2F-E1698DD1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Otimizador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Passes de transformação</a:t>
            </a:r>
          </a:p>
        </p:txBody>
      </p:sp>
      <p:sp>
        <p:nvSpPr>
          <p:cNvPr id="14" name="p79-108">
            <a:extLst xmlns:a="http://schemas.openxmlformats.org/drawingml/2006/main">
              <a:ext uri="{FF2B5EF4-FFF2-40B4-BE49-F238E27FC236}">
                <a16:creationId xmlns:a16="http://schemas.microsoft.com/office/drawing/2014/main" id="{D4A51F6C-D38D-4CB8-87BA-FFBA1A4A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109">
            <a:extLst xmlns:a="http://schemas.openxmlformats.org/drawingml/2006/main">
              <a:ext uri="{FF2B5EF4-FFF2-40B4-BE49-F238E27FC236}">
                <a16:creationId xmlns:a16="http://schemas.microsoft.com/office/drawing/2014/main" id="{01B681C9-40A9-48EB-B6AF-85EED973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110">
            <a:extLst xmlns:a="http://schemas.openxmlformats.org/drawingml/2006/main">
              <a:ext uri="{FF2B5EF4-FFF2-40B4-BE49-F238E27FC236}">
                <a16:creationId xmlns:a16="http://schemas.microsoft.com/office/drawing/2014/main" id="{BA7891EB-EE41-4017-A4B5-3FE18306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Back-end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Instruções do alvo</a:t>
            </a:r>
          </a:p>
        </p:txBody>
      </p:sp>
      <p:sp>
        <p:nvSpPr>
          <p:cNvPr id="20" name="p79-111">
            <a:extLst xmlns:a="http://schemas.openxmlformats.org/drawingml/2006/main">
              <a:ext uri="{FF2B5EF4-FFF2-40B4-BE49-F238E27FC236}">
                <a16:creationId xmlns:a16="http://schemas.microsoft.com/office/drawing/2014/main" id="{F6F92C36-A8C3-4582-85BE-69DCE536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Front-ends diferentes podem compartilhar otimizações e geradores de código</a:t>
            </a:r>
          </a:p>
        </p:txBody>
      </p:sp>
      <p:sp>
        <p:nvSpPr>
          <p:cNvPr id="21" name="p79-112">
            <a:extLst xmlns:a="http://schemas.openxmlformats.org/drawingml/2006/main">
              <a:ext uri="{FF2B5EF4-FFF2-40B4-BE49-F238E27FC236}">
                <a16:creationId xmlns:a16="http://schemas.microsoft.com/office/drawing/2014/main" id="{D1A795AC-3087-4532-A00F-381BF45E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79-113">
            <a:extLst xmlns:a="http://schemas.openxmlformats.org/drawingml/2006/main">
              <a:ext uri="{FF2B5EF4-FFF2-40B4-BE49-F238E27FC236}">
                <a16:creationId xmlns:a16="http://schemas.microsoft.com/office/drawing/2014/main" id="{6A05E7C2-1A4B-49E5-9F10-029A9261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3" name="p79-114">
            <a:extLst xmlns:a="http://schemas.openxmlformats.org/drawingml/2006/main">
              <a:ext uri="{FF2B5EF4-FFF2-40B4-BE49-F238E27FC236}">
                <a16:creationId xmlns:a16="http://schemas.microsoft.com/office/drawing/2014/main" id="{8FA0B4C8-A311-499A-995F-900BBBBF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922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EDF3A-C6EC-4C83-A10C-5A849FDD300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2809875"/>
            <a:ext cx="36766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17371-2AEC-4B11-8116-05D0060978F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809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A79CC-D3C2-4702-85C0-EE4BFF62352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419350" y="2809875"/>
            <a:ext cx="36766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0" name="p79-115">
            <a:extLst xmlns:a="http://schemas.openxmlformats.org/drawingml/2006/main">
              <a:ext uri="{FF2B5EF4-FFF2-40B4-BE49-F238E27FC236}">
                <a16:creationId xmlns:a16="http://schemas.microsoft.com/office/drawing/2014/main" id="{7D38549A-DC11-40A0-A296-340A2EC9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116">
            <a:extLst xmlns:a="http://schemas.openxmlformats.org/drawingml/2006/main">
              <a:ext uri="{FF2B5EF4-FFF2-40B4-BE49-F238E27FC236}">
                <a16:creationId xmlns:a16="http://schemas.microsoft.com/office/drawing/2014/main" id="{F993A02F-EB98-4FA6-8F7C-5C4153A0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0 — Rust, C e o caminho até o executável</a:t>
            </a:r>
          </a:p>
        </p:txBody>
      </p:sp>
      <p:sp>
        <p:nvSpPr>
          <p:cNvPr id="3" name="p79-117">
            <a:extLst xmlns:a="http://schemas.openxmlformats.org/drawingml/2006/main">
              <a:ext uri="{FF2B5EF4-FFF2-40B4-BE49-F238E27FC236}">
                <a16:creationId xmlns:a16="http://schemas.microsoft.com/office/drawing/2014/main" id="{CD1766E3-B509-40D0-9E4F-83FAF6E6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inicial</a:t>
            </a:r>
          </a:p>
        </p:txBody>
      </p:sp>
      <p:sp>
        <p:nvSpPr>
          <p:cNvPr id="4" name="p79-118">
            <a:extLst xmlns:a="http://schemas.openxmlformats.org/drawingml/2006/main">
              <a:ext uri="{FF2B5EF4-FFF2-40B4-BE49-F238E27FC236}">
                <a16:creationId xmlns:a16="http://schemas.microsoft.com/office/drawing/2014/main" id="{0E7613A3-515E-4350-9CCA-07320D14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 alvo define o código gerado</a:t>
            </a:r>
          </a:p>
        </p:txBody>
      </p:sp>
      <p:sp>
        <p:nvSpPr>
          <p:cNvPr id="5" name="p79-119">
            <a:extLst xmlns:a="http://schemas.openxmlformats.org/drawingml/2006/main">
              <a:ext uri="{FF2B5EF4-FFF2-40B4-BE49-F238E27FC236}">
                <a16:creationId xmlns:a16="http://schemas.microsoft.com/office/drawing/2014/main" id="{FECC9786-2527-4A96-B1F4-4E57E41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120">
            <a:extLst xmlns:a="http://schemas.openxmlformats.org/drawingml/2006/main">
              <a:ext uri="{FF2B5EF4-FFF2-40B4-BE49-F238E27FC236}">
                <a16:creationId xmlns:a16="http://schemas.microsoft.com/office/drawing/2014/main" id="{21AF9271-E6FC-454B-BA26-9AC17E01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812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Mesmo código fonte</a:t>
            </a:r>
          </a:p>
        </p:txBody>
      </p:sp>
      <p:sp>
        <p:nvSpPr>
          <p:cNvPr id="7" name="p79-121">
            <a:extLst xmlns:a="http://schemas.openxmlformats.org/drawingml/2006/main">
              <a:ext uri="{FF2B5EF4-FFF2-40B4-BE49-F238E27FC236}">
                <a16:creationId xmlns:a16="http://schemas.microsoft.com/office/drawing/2014/main" id="{45D89FA0-46C4-41F8-BE5E-64547F78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467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79-122">
            <a:extLst xmlns:a="http://schemas.openxmlformats.org/drawingml/2006/main">
              <a:ext uri="{FF2B5EF4-FFF2-40B4-BE49-F238E27FC236}">
                <a16:creationId xmlns:a16="http://schemas.microsoft.com/office/drawing/2014/main" id="{ADE76602-0227-4827-A6CD-32D77F62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320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Alvo Windows x86-64</a:t>
            </a:r>
          </a:p>
        </p:txBody>
      </p:sp>
      <p:sp>
        <p:nvSpPr>
          <p:cNvPr id="10" name="p79-123">
            <a:extLst xmlns:a="http://schemas.openxmlformats.org/drawingml/2006/main">
              <a:ext uri="{FF2B5EF4-FFF2-40B4-BE49-F238E27FC236}">
                <a16:creationId xmlns:a16="http://schemas.microsoft.com/office/drawing/2014/main" id="{737BC4F6-7583-4EBB-8E2B-A0C8080C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3467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79-124">
            <a:extLst xmlns:a="http://schemas.openxmlformats.org/drawingml/2006/main">
              <a:ext uri="{FF2B5EF4-FFF2-40B4-BE49-F238E27FC236}">
                <a16:creationId xmlns:a16="http://schemas.microsoft.com/office/drawing/2014/main" id="{A17EA5C7-FC45-42C9-91DB-7B680037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320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Alvo Linux x86-64</a:t>
            </a:r>
          </a:p>
        </p:txBody>
      </p:sp>
      <p:sp>
        <p:nvSpPr>
          <p:cNvPr id="13" name="p79-125">
            <a:extLst xmlns:a="http://schemas.openxmlformats.org/drawingml/2006/main">
              <a:ext uri="{FF2B5EF4-FFF2-40B4-BE49-F238E27FC236}">
                <a16:creationId xmlns:a16="http://schemas.microsoft.com/office/drawing/2014/main" id="{D7CAA9A0-454F-4765-BC5C-B9B6B86B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24250"/>
            <a:ext cx="3467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79-126">
            <a:extLst xmlns:a="http://schemas.openxmlformats.org/drawingml/2006/main">
              <a:ext uri="{FF2B5EF4-FFF2-40B4-BE49-F238E27FC236}">
                <a16:creationId xmlns:a16="http://schemas.microsoft.com/office/drawing/2014/main" id="{5779AC39-824C-4DD8-AC34-4ACD9671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0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Alvo Linux AArch64</a:t>
            </a:r>
          </a:p>
        </p:txBody>
      </p:sp>
      <p:sp>
        <p:nvSpPr>
          <p:cNvPr id="16" name="p79-127">
            <a:extLst xmlns:a="http://schemas.openxmlformats.org/drawingml/2006/main">
              <a:ext uri="{FF2B5EF4-FFF2-40B4-BE49-F238E27FC236}">
                <a16:creationId xmlns:a16="http://schemas.microsoft.com/office/drawing/2014/main" id="{B513659F-3B11-4A23-873D-2AE98678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Arquitetura, sistema operacional e bibliotecas precisam ser compatíveis</a:t>
            </a:r>
          </a:p>
        </p:txBody>
      </p:sp>
      <p:sp>
        <p:nvSpPr>
          <p:cNvPr id="17" name="p79-128">
            <a:extLst xmlns:a="http://schemas.openxmlformats.org/drawingml/2006/main">
              <a:ext uri="{FF2B5EF4-FFF2-40B4-BE49-F238E27FC236}">
                <a16:creationId xmlns:a16="http://schemas.microsoft.com/office/drawing/2014/main" id="{70ADAE94-2F1D-479E-9803-DA67117A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129">
            <a:extLst xmlns:a="http://schemas.openxmlformats.org/drawingml/2006/main">
              <a:ext uri="{FF2B5EF4-FFF2-40B4-BE49-F238E27FC236}">
                <a16:creationId xmlns:a16="http://schemas.microsoft.com/office/drawing/2014/main" id="{EDA43543-1C42-46F8-A492-A5B7E059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9" name="p79-130">
            <a:extLst xmlns:a="http://schemas.openxmlformats.org/drawingml/2006/main">
              <a:ext uri="{FF2B5EF4-FFF2-40B4-BE49-F238E27FC236}">
                <a16:creationId xmlns:a16="http://schemas.microsoft.com/office/drawing/2014/main" id="{F7F67E67-8638-4667-86EE-13D32EDB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5817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87D8CD-7BCB-4249-B1C6-82F6BC78E1D3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6647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F3B72B-ABCA-4184-863B-E1C3C906E0CA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8232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24906-B3E3-44AF-BDC6-DF9A7D94074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817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369C8-DB96-4263-AEC7-190E396108C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402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FF6EB-7D56-49D9-BE8E-C573F437F2B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987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32" name="p79-131">
            <a:extLst xmlns:a="http://schemas.openxmlformats.org/drawingml/2006/main">
              <a:ext uri="{FF2B5EF4-FFF2-40B4-BE49-F238E27FC236}">
                <a16:creationId xmlns:a16="http://schemas.microsoft.com/office/drawing/2014/main" id="{A4E0F378-64CE-4A97-B307-116B4FB7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132">
            <a:extLst xmlns:a="http://schemas.openxmlformats.org/drawingml/2006/main">
              <a:ext uri="{FF2B5EF4-FFF2-40B4-BE49-F238E27FC236}">
                <a16:creationId xmlns:a16="http://schemas.microsoft.com/office/drawing/2014/main" id="{9D314CA7-3729-4938-A0BB-3B782779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0 — Rust, C e o caminho até o executável</a:t>
            </a:r>
          </a:p>
        </p:txBody>
      </p:sp>
      <p:sp>
        <p:nvSpPr>
          <p:cNvPr id="3" name="p79-133">
            <a:extLst xmlns:a="http://schemas.openxmlformats.org/drawingml/2006/main">
              <a:ext uri="{FF2B5EF4-FFF2-40B4-BE49-F238E27FC236}">
                <a16:creationId xmlns:a16="http://schemas.microsoft.com/office/drawing/2014/main" id="{0A9A8C7A-6D89-4F41-8D5D-F2A7025B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inicial</a:t>
            </a:r>
          </a:p>
        </p:txBody>
      </p:sp>
      <p:sp>
        <p:nvSpPr>
          <p:cNvPr id="4" name="p79-134">
            <a:extLst xmlns:a="http://schemas.openxmlformats.org/drawingml/2006/main">
              <a:ext uri="{FF2B5EF4-FFF2-40B4-BE49-F238E27FC236}">
                <a16:creationId xmlns:a16="http://schemas.microsoft.com/office/drawing/2014/main" id="{BD940938-1043-4459-998F-67B7F8B1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 também passa por etapas de compilação</a:t>
            </a:r>
          </a:p>
        </p:txBody>
      </p:sp>
      <p:sp>
        <p:nvSpPr>
          <p:cNvPr id="5" name="p79-135">
            <a:extLst xmlns:a="http://schemas.openxmlformats.org/drawingml/2006/main">
              <a:ext uri="{FF2B5EF4-FFF2-40B4-BE49-F238E27FC236}">
                <a16:creationId xmlns:a16="http://schemas.microsoft.com/office/drawing/2014/main" id="{D9CE2F0A-182B-4D83-A8DC-9241C353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612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136">
            <a:extLst xmlns:a="http://schemas.openxmlformats.org/drawingml/2006/main">
              <a:ext uri="{FF2B5EF4-FFF2-40B4-BE49-F238E27FC236}">
                <a16:creationId xmlns:a16="http://schemas.microsoft.com/office/drawing/2014/main" id="{97ACEFC7-6F5A-4566-ADB3-D6EF2436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34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137">
            <a:extLst xmlns:a="http://schemas.openxmlformats.org/drawingml/2006/main">
              <a:ext uri="{FF2B5EF4-FFF2-40B4-BE49-F238E27FC236}">
                <a16:creationId xmlns:a16="http://schemas.microsoft.com/office/drawing/2014/main" id="{6C8A7B17-BA22-4489-B431-6ABF7A3A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346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Código .c</a:t>
            </a:r>
          </a:p>
        </p:txBody>
      </p:sp>
      <p:sp>
        <p:nvSpPr>
          <p:cNvPr id="8" name="p79-138">
            <a:extLst xmlns:a="http://schemas.openxmlformats.org/drawingml/2006/main">
              <a:ext uri="{FF2B5EF4-FFF2-40B4-BE49-F238E27FC236}">
                <a16:creationId xmlns:a16="http://schemas.microsoft.com/office/drawing/2014/main" id="{89239865-4270-475A-9C0F-1F259942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300" y="2667000"/>
            <a:ext cx="1612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139">
            <a:extLst xmlns:a="http://schemas.openxmlformats.org/drawingml/2006/main">
              <a:ext uri="{FF2B5EF4-FFF2-40B4-BE49-F238E27FC236}">
                <a16:creationId xmlns:a16="http://schemas.microsoft.com/office/drawing/2014/main" id="{76AF801C-AAD7-4D81-98E5-65455DB7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650" y="2857500"/>
            <a:ext cx="134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140">
            <a:extLst xmlns:a="http://schemas.openxmlformats.org/drawingml/2006/main">
              <a:ext uri="{FF2B5EF4-FFF2-40B4-BE49-F238E27FC236}">
                <a16:creationId xmlns:a16="http://schemas.microsoft.com/office/drawing/2014/main" id="{8891086D-CBAA-473D-B200-6105F1E9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650" y="3276600"/>
            <a:ext cx="1346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Macros e</a:t>
            </a:r>
          </a:p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inclusões</a:t>
            </a:r>
          </a:p>
        </p:txBody>
      </p:sp>
      <p:sp>
        <p:nvSpPr>
          <p:cNvPr id="11" name="p79-141">
            <a:extLst xmlns:a="http://schemas.openxmlformats.org/drawingml/2006/main">
              <a:ext uri="{FF2B5EF4-FFF2-40B4-BE49-F238E27FC236}">
                <a16:creationId xmlns:a16="http://schemas.microsoft.com/office/drawing/2014/main" id="{8AB06DD0-AD0B-46E5-BE1B-1CA4DFF0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67000"/>
            <a:ext cx="1612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142">
            <a:extLst xmlns:a="http://schemas.openxmlformats.org/drawingml/2006/main">
              <a:ext uri="{FF2B5EF4-FFF2-40B4-BE49-F238E27FC236}">
                <a16:creationId xmlns:a16="http://schemas.microsoft.com/office/drawing/2014/main" id="{93A99F35-5D76-408F-83A8-A675C808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857500"/>
            <a:ext cx="134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143">
            <a:extLst xmlns:a="http://schemas.openxmlformats.org/drawingml/2006/main">
              <a:ext uri="{FF2B5EF4-FFF2-40B4-BE49-F238E27FC236}">
                <a16:creationId xmlns:a16="http://schemas.microsoft.com/office/drawing/2014/main" id="{6BE2FFCA-364F-467F-94A0-B36C917C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276600"/>
            <a:ext cx="1346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Compilador</a:t>
            </a:r>
          </a:p>
        </p:txBody>
      </p:sp>
      <p:sp>
        <p:nvSpPr>
          <p:cNvPr id="14" name="p79-144">
            <a:extLst xmlns:a="http://schemas.openxmlformats.org/drawingml/2006/main">
              <a:ext uri="{FF2B5EF4-FFF2-40B4-BE49-F238E27FC236}">
                <a16:creationId xmlns:a16="http://schemas.microsoft.com/office/drawing/2014/main" id="{D41E5D26-FDB4-4794-87EB-B507040D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1612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145">
            <a:extLst xmlns:a="http://schemas.openxmlformats.org/drawingml/2006/main">
              <a:ext uri="{FF2B5EF4-FFF2-40B4-BE49-F238E27FC236}">
                <a16:creationId xmlns:a16="http://schemas.microsoft.com/office/drawing/2014/main" id="{55ED453A-2659-46AB-81D3-1F791E2D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134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146">
            <a:extLst xmlns:a="http://schemas.openxmlformats.org/drawingml/2006/main">
              <a:ext uri="{FF2B5EF4-FFF2-40B4-BE49-F238E27FC236}">
                <a16:creationId xmlns:a16="http://schemas.microsoft.com/office/drawing/2014/main" id="{18444AD8-3620-45B9-B4B0-F3EDE4AE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1346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Assembly</a:t>
            </a:r>
          </a:p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Assembler</a:t>
            </a:r>
          </a:p>
        </p:txBody>
      </p:sp>
      <p:sp>
        <p:nvSpPr>
          <p:cNvPr id="17" name="p79-147">
            <a:extLst xmlns:a="http://schemas.openxmlformats.org/drawingml/2006/main">
              <a:ext uri="{FF2B5EF4-FFF2-40B4-BE49-F238E27FC236}">
                <a16:creationId xmlns:a16="http://schemas.microsoft.com/office/drawing/2014/main" id="{0B8C79A1-7F54-41AA-9CA0-16B6D826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67000"/>
            <a:ext cx="1612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148">
            <a:extLst xmlns:a="http://schemas.openxmlformats.org/drawingml/2006/main">
              <a:ext uri="{FF2B5EF4-FFF2-40B4-BE49-F238E27FC236}">
                <a16:creationId xmlns:a16="http://schemas.microsoft.com/office/drawing/2014/main" id="{A5C86AA5-3487-4D71-8326-0D12564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857500"/>
            <a:ext cx="134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79-149">
            <a:extLst xmlns:a="http://schemas.openxmlformats.org/drawingml/2006/main">
              <a:ext uri="{FF2B5EF4-FFF2-40B4-BE49-F238E27FC236}">
                <a16:creationId xmlns:a16="http://schemas.microsoft.com/office/drawing/2014/main" id="{EAF6F862-2E6E-4CED-965E-E84A03FF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276600"/>
            <a:ext cx="1346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Objeto</a:t>
            </a:r>
          </a:p>
        </p:txBody>
      </p:sp>
      <p:sp>
        <p:nvSpPr>
          <p:cNvPr id="20" name="p79-150">
            <a:extLst xmlns:a="http://schemas.openxmlformats.org/drawingml/2006/main">
              <a:ext uri="{FF2B5EF4-FFF2-40B4-BE49-F238E27FC236}">
                <a16:creationId xmlns:a16="http://schemas.microsoft.com/office/drawing/2014/main" id="{9A998588-F235-4075-B391-4E9F85C8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300" y="2667000"/>
            <a:ext cx="16129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79-151">
            <a:extLst xmlns:a="http://schemas.openxmlformats.org/drawingml/2006/main">
              <a:ext uri="{FF2B5EF4-FFF2-40B4-BE49-F238E27FC236}">
                <a16:creationId xmlns:a16="http://schemas.microsoft.com/office/drawing/2014/main" id="{3FD70D44-871E-4CC7-87FE-A2F701FB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2857500"/>
            <a:ext cx="134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p79-152">
            <a:extLst xmlns:a="http://schemas.openxmlformats.org/drawingml/2006/main">
              <a:ext uri="{FF2B5EF4-FFF2-40B4-BE49-F238E27FC236}">
                <a16:creationId xmlns:a16="http://schemas.microsoft.com/office/drawing/2014/main" id="{B0CC4536-CAA7-4AF5-BF46-34C7774C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3276600"/>
            <a:ext cx="1346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Linker</a:t>
            </a:r>
          </a:p>
          <a:p xmlns:a="http://schemas.openxmlformats.org/drawingml/2006/main">
            <a:pPr>
              <a:defRPr sz="1725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Executável</a:t>
            </a:r>
          </a:p>
        </p:txBody>
      </p:sp>
      <p:sp>
        <p:nvSpPr>
          <p:cNvPr id="28" name="p79-153">
            <a:extLst xmlns:a="http://schemas.openxmlformats.org/drawingml/2006/main">
              <a:ext uri="{FF2B5EF4-FFF2-40B4-BE49-F238E27FC236}">
                <a16:creationId xmlns:a16="http://schemas.microsoft.com/office/drawing/2014/main" id="{254ADD9E-D76C-400F-9CF8-40B71566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Fluxo tradicional do GCC. Clang também compila C usando LLVM.</a:t>
            </a:r>
          </a:p>
        </p:txBody>
      </p:sp>
      <p:sp>
        <p:nvSpPr>
          <p:cNvPr id="29" name="p79-154">
            <a:extLst xmlns:a="http://schemas.openxmlformats.org/drawingml/2006/main">
              <a:ext uri="{FF2B5EF4-FFF2-40B4-BE49-F238E27FC236}">
                <a16:creationId xmlns:a16="http://schemas.microsoft.com/office/drawing/2014/main" id="{24C8D227-5711-46C1-987C-9772A73C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79-155">
            <a:extLst xmlns:a="http://schemas.openxmlformats.org/drawingml/2006/main">
              <a:ext uri="{FF2B5EF4-FFF2-40B4-BE49-F238E27FC236}">
                <a16:creationId xmlns:a16="http://schemas.microsoft.com/office/drawing/2014/main" id="{299CA47D-05B3-4BC5-9FCC-C593C550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31" name="p79-156">
            <a:extLst xmlns:a="http://schemas.openxmlformats.org/drawingml/2006/main">
              <a:ext uri="{FF2B5EF4-FFF2-40B4-BE49-F238E27FC236}">
                <a16:creationId xmlns:a16="http://schemas.microsoft.com/office/drawing/2014/main" id="{E958C87F-3116-4638-AB17-79DBC90A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0008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79-157">
            <a:extLst xmlns:a="http://schemas.openxmlformats.org/drawingml/2006/main">
              <a:ext uri="{FF2B5EF4-FFF2-40B4-BE49-F238E27FC236}">
                <a16:creationId xmlns:a16="http://schemas.microsoft.com/office/drawing/2014/main" id="{5EB14595-8B64-4277-B2E4-6283128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158">
            <a:extLst xmlns:a="http://schemas.openxmlformats.org/drawingml/2006/main">
              <a:ext uri="{FF2B5EF4-FFF2-40B4-BE49-F238E27FC236}">
                <a16:creationId xmlns:a16="http://schemas.microsoft.com/office/drawing/2014/main" id="{EED8EED2-6E50-4AB5-B833-5D68B7FC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0 — Rust, C e o caminho até o executável</a:t>
            </a:r>
          </a:p>
        </p:txBody>
      </p:sp>
      <p:sp>
        <p:nvSpPr>
          <p:cNvPr id="3" name="p79-159">
            <a:extLst xmlns:a="http://schemas.openxmlformats.org/drawingml/2006/main">
              <a:ext uri="{FF2B5EF4-FFF2-40B4-BE49-F238E27FC236}">
                <a16:creationId xmlns:a16="http://schemas.microsoft.com/office/drawing/2014/main" id="{E35715A5-FC14-4F31-8E89-CB7C550D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inicial</a:t>
            </a:r>
          </a:p>
        </p:txBody>
      </p:sp>
      <p:sp>
        <p:nvSpPr>
          <p:cNvPr id="4" name="p79-160">
            <a:extLst xmlns:a="http://schemas.openxmlformats.org/drawingml/2006/main">
              <a:ext uri="{FF2B5EF4-FFF2-40B4-BE49-F238E27FC236}">
                <a16:creationId xmlns:a16="http://schemas.microsoft.com/office/drawing/2014/main" id="{B29F282F-E3DF-446C-B243-0846AB64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Os comandos expõem etapas do GCC</a:t>
            </a:r>
          </a:p>
        </p:txBody>
      </p:sp>
      <p:sp>
        <p:nvSpPr>
          <p:cNvPr id="5" name="p79-161">
            <a:extLst xmlns:a="http://schemas.openxmlformats.org/drawingml/2006/main">
              <a:ext uri="{FF2B5EF4-FFF2-40B4-BE49-F238E27FC236}">
                <a16:creationId xmlns:a16="http://schemas.microsoft.com/office/drawing/2014/main" id="{A2770615-54BE-4CAD-9916-D1161182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19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162">
            <a:extLst xmlns:a="http://schemas.openxmlformats.org/drawingml/2006/main">
              <a:ext uri="{FF2B5EF4-FFF2-40B4-BE49-F238E27FC236}">
                <a16:creationId xmlns:a16="http://schemas.microsoft.com/office/drawing/2014/main" id="{8F585F70-ABCC-4972-A5D8-5758E172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57531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gcc -E exemplo.c -o exemplo.i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gcc -S exemplo.c -o exemplo.s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gcc -c exemplo.c -o exemplo.o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gcc exemplo.o -o exemplo</a:t>
            </a:r>
          </a:p>
        </p:txBody>
      </p:sp>
      <p:sp>
        <p:nvSpPr>
          <p:cNvPr id="7" name="p79-163">
            <a:extLst xmlns:a="http://schemas.openxmlformats.org/drawingml/2006/main">
              <a:ext uri="{FF2B5EF4-FFF2-40B4-BE49-F238E27FC236}">
                <a16:creationId xmlns:a16="http://schemas.microsoft.com/office/drawing/2014/main" id="{C317FDC7-2064-4563-9E5A-0C64B183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-E termina no pré-processamento</a:t>
            </a:r>
          </a:p>
        </p:txBody>
      </p:sp>
      <p:sp>
        <p:nvSpPr>
          <p:cNvPr id="8" name="p79-164">
            <a:extLst xmlns:a="http://schemas.openxmlformats.org/drawingml/2006/main">
              <a:ext uri="{FF2B5EF4-FFF2-40B4-BE49-F238E27FC236}">
                <a16:creationId xmlns:a16="http://schemas.microsoft.com/office/drawing/2014/main" id="{572EFBA6-080B-4A6F-84A1-6B401B80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623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-S gera assembly</a:t>
            </a:r>
          </a:p>
        </p:txBody>
      </p:sp>
      <p:sp>
        <p:nvSpPr>
          <p:cNvPr id="9" name="p79-165">
            <a:extLst xmlns:a="http://schemas.openxmlformats.org/drawingml/2006/main">
              <a:ext uri="{FF2B5EF4-FFF2-40B4-BE49-F238E27FC236}">
                <a16:creationId xmlns:a16="http://schemas.microsoft.com/office/drawing/2014/main" id="{1B72841D-25C4-40C7-83F5-50E03A5B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-c gera objeto sem linkar</a:t>
            </a:r>
          </a:p>
        </p:txBody>
      </p:sp>
      <p:sp>
        <p:nvSpPr>
          <p:cNvPr id="10" name="p79-166">
            <a:extLst xmlns:a="http://schemas.openxmlformats.org/drawingml/2006/main">
              <a:ext uri="{FF2B5EF4-FFF2-40B4-BE49-F238E27FC236}">
                <a16:creationId xmlns:a16="http://schemas.microsoft.com/office/drawing/2014/main" id="{CED21555-B00D-4EEA-A69A-BB0EC93E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4347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-o define o arquivo de saída</a:t>
            </a:r>
          </a:p>
        </p:txBody>
      </p:sp>
      <p:sp>
        <p:nvSpPr>
          <p:cNvPr id="11" name="p79-167">
            <a:extLst xmlns:a="http://schemas.openxmlformats.org/drawingml/2006/main">
              <a:ext uri="{FF2B5EF4-FFF2-40B4-BE49-F238E27FC236}">
                <a16:creationId xmlns:a16="http://schemas.microsoft.com/office/drawing/2014/main" id="{E3916D2E-425E-450E-910B-C1C0215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168">
            <a:extLst xmlns:a="http://schemas.openxmlformats.org/drawingml/2006/main">
              <a:ext uri="{FF2B5EF4-FFF2-40B4-BE49-F238E27FC236}">
                <a16:creationId xmlns:a16="http://schemas.microsoft.com/office/drawing/2014/main" id="{48411778-58BA-46EE-A946-2E93CCBF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3" name="p79-169">
            <a:extLst xmlns:a="http://schemas.openxmlformats.org/drawingml/2006/main">
              <a:ext uri="{FF2B5EF4-FFF2-40B4-BE49-F238E27FC236}">
                <a16:creationId xmlns:a16="http://schemas.microsoft.com/office/drawing/2014/main" id="{E2D08195-E60C-4FF3-ACC4-1EED739D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391375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79-170">
            <a:extLst xmlns:a="http://schemas.openxmlformats.org/drawingml/2006/main">
              <a:ext uri="{FF2B5EF4-FFF2-40B4-BE49-F238E27FC236}">
                <a16:creationId xmlns:a16="http://schemas.microsoft.com/office/drawing/2014/main" id="{0049F8B6-674E-4416-B356-70FE446F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171">
            <a:extLst xmlns:a="http://schemas.openxmlformats.org/drawingml/2006/main">
              <a:ext uri="{FF2B5EF4-FFF2-40B4-BE49-F238E27FC236}">
                <a16:creationId xmlns:a16="http://schemas.microsoft.com/office/drawing/2014/main" id="{79EBCF78-63C8-407A-8602-08EB5DF9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0 — Rust, C e o caminho até o executável</a:t>
            </a:r>
          </a:p>
        </p:txBody>
      </p:sp>
      <p:sp>
        <p:nvSpPr>
          <p:cNvPr id="3" name="p79-172">
            <a:extLst xmlns:a="http://schemas.openxmlformats.org/drawingml/2006/main">
              <a:ext uri="{FF2B5EF4-FFF2-40B4-BE49-F238E27FC236}">
                <a16:creationId xmlns:a16="http://schemas.microsoft.com/office/drawing/2014/main" id="{29C93B25-7096-4928-A738-39E01784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inicial</a:t>
            </a:r>
          </a:p>
        </p:txBody>
      </p:sp>
      <p:sp>
        <p:nvSpPr>
          <p:cNvPr id="4" name="p79-173">
            <a:extLst xmlns:a="http://schemas.openxmlformats.org/drawingml/2006/main">
              <a:ext uri="{FF2B5EF4-FFF2-40B4-BE49-F238E27FC236}">
                <a16:creationId xmlns:a16="http://schemas.microsoft.com/office/drawing/2014/main" id="{4C4B32C2-6C8A-4D5B-A91B-2EAF995C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Memória: controle explícito e propriedade</a:t>
            </a:r>
          </a:p>
        </p:txBody>
      </p:sp>
      <p:sp>
        <p:nvSpPr>
          <p:cNvPr id="5" name="p79-174">
            <a:extLst xmlns:a="http://schemas.openxmlformats.org/drawingml/2006/main">
              <a:ext uri="{FF2B5EF4-FFF2-40B4-BE49-F238E27FC236}">
                <a16:creationId xmlns:a16="http://schemas.microsoft.com/office/drawing/2014/main" id="{91276391-739B-493E-A98B-F9D2700E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" name="p79-175">
            <a:extLst xmlns:a="http://schemas.openxmlformats.org/drawingml/2006/main">
              <a:ext uri="{FF2B5EF4-FFF2-40B4-BE49-F238E27FC236}">
                <a16:creationId xmlns:a16="http://schemas.microsoft.com/office/drawing/2014/main" id="{93A93AD6-0151-4373-93F6-F4186976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malloc reserva memória dinâmica</a:t>
            </a:r>
          </a:p>
        </p:txBody>
      </p:sp>
      <p:sp>
        <p:nvSpPr>
          <p:cNvPr id="7" name="p79-176">
            <a:extLst xmlns:a="http://schemas.openxmlformats.org/drawingml/2006/main">
              <a:ext uri="{FF2B5EF4-FFF2-40B4-BE49-F238E27FC236}">
                <a16:creationId xmlns:a16="http://schemas.microsoft.com/office/drawing/2014/main" id="{9D116F89-5412-4E7E-92E2-93B18A76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free libera a região reservada</a:t>
            </a:r>
          </a:p>
        </p:txBody>
      </p:sp>
      <p:sp>
        <p:nvSpPr>
          <p:cNvPr id="8" name="p79-177">
            <a:extLst xmlns:a="http://schemas.openxmlformats.org/drawingml/2006/main">
              <a:ext uri="{FF2B5EF4-FFF2-40B4-BE49-F238E27FC236}">
                <a16:creationId xmlns:a16="http://schemas.microsoft.com/office/drawing/2014/main" id="{607CB05E-8359-4090-850C-A9C57D72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Quem programa controla a duração</a:t>
            </a:r>
          </a:p>
        </p:txBody>
      </p:sp>
      <p:sp>
        <p:nvSpPr>
          <p:cNvPr id="9" name="p79-178">
            <a:extLst xmlns:a="http://schemas.openxmlformats.org/drawingml/2006/main">
              <a:ext uri="{FF2B5EF4-FFF2-40B4-BE49-F238E27FC236}">
                <a16:creationId xmlns:a16="http://schemas.microsoft.com/office/drawing/2014/main" id="{96FD10D3-62FA-4DC7-AAFB-06657C66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Ponteiros exigem contratos de uso</a:t>
            </a:r>
          </a:p>
        </p:txBody>
      </p:sp>
      <p:sp>
        <p:nvSpPr>
          <p:cNvPr id="10" name="p79-179">
            <a:extLst xmlns:a="http://schemas.openxmlformats.org/drawingml/2006/main">
              <a:ext uri="{FF2B5EF4-FFF2-40B4-BE49-F238E27FC236}">
                <a16:creationId xmlns:a16="http://schemas.microsoft.com/office/drawing/2014/main" id="{E0ED9372-B004-4A97-BA52-78F59366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Rust seguro</a:t>
            </a:r>
          </a:p>
        </p:txBody>
      </p:sp>
      <p:sp>
        <p:nvSpPr>
          <p:cNvPr id="11" name="p79-180">
            <a:extLst xmlns:a="http://schemas.openxmlformats.org/drawingml/2006/main">
              <a:ext uri="{FF2B5EF4-FFF2-40B4-BE49-F238E27FC236}">
                <a16:creationId xmlns:a16="http://schemas.microsoft.com/office/drawing/2014/main" id="{9294B441-10AD-4B60-A8B1-C52A0CF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Um proprietário controla a duração</a:t>
            </a:r>
          </a:p>
        </p:txBody>
      </p:sp>
      <p:sp>
        <p:nvSpPr>
          <p:cNvPr id="12" name="p79-181">
            <a:extLst xmlns:a="http://schemas.openxmlformats.org/drawingml/2006/main">
              <a:ext uri="{FF2B5EF4-FFF2-40B4-BE49-F238E27FC236}">
                <a16:creationId xmlns:a16="http://schemas.microsoft.com/office/drawing/2014/main" id="{D847E87C-9F71-4600-931D-A9E68137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Referências emprestam acesso</a:t>
            </a:r>
          </a:p>
        </p:txBody>
      </p:sp>
      <p:sp>
        <p:nvSpPr>
          <p:cNvPr id="13" name="p79-182">
            <a:extLst xmlns:a="http://schemas.openxmlformats.org/drawingml/2006/main">
              <a:ext uri="{FF2B5EF4-FFF2-40B4-BE49-F238E27FC236}">
                <a16:creationId xmlns:a16="http://schemas.microsoft.com/office/drawing/2014/main" id="{1E7D48F0-B84B-494C-83D8-5D342F1A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O compilador verifica as regras</a:t>
            </a:r>
          </a:p>
        </p:txBody>
      </p:sp>
      <p:sp>
        <p:nvSpPr>
          <p:cNvPr id="14" name="p79-183">
            <a:extLst xmlns:a="http://schemas.openxmlformats.org/drawingml/2006/main">
              <a:ext uri="{FF2B5EF4-FFF2-40B4-BE49-F238E27FC236}">
                <a16:creationId xmlns:a16="http://schemas.microsoft.com/office/drawing/2014/main" id="{C6E3A4E6-80C3-43FB-A7F8-2B40EA9F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Valores como String liberam recursos ao sair de escopo</a:t>
            </a:r>
          </a:p>
        </p:txBody>
      </p:sp>
      <p:sp>
        <p:nvSpPr>
          <p:cNvPr id="15" name="p79-184">
            <a:extLst xmlns:a="http://schemas.openxmlformats.org/drawingml/2006/main">
              <a:ext uri="{FF2B5EF4-FFF2-40B4-BE49-F238E27FC236}">
                <a16:creationId xmlns:a16="http://schemas.microsoft.com/office/drawing/2014/main" id="{C6AB9A46-FA9E-46E8-AA09-438AA0C8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19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79-185">
            <a:extLst xmlns:a="http://schemas.openxmlformats.org/drawingml/2006/main">
              <a:ext uri="{FF2B5EF4-FFF2-40B4-BE49-F238E27FC236}">
                <a16:creationId xmlns:a16="http://schemas.microsoft.com/office/drawing/2014/main" id="{80398AFE-6E9F-404E-8744-EF868B46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79-186">
            <a:extLst xmlns:a="http://schemas.openxmlformats.org/drawingml/2006/main">
              <a:ext uri="{FF2B5EF4-FFF2-40B4-BE49-F238E27FC236}">
                <a16:creationId xmlns:a16="http://schemas.microsoft.com/office/drawing/2014/main" id="{1D5509A1-8121-43C2-A8E1-3FFE78C4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8" name="p79-187">
            <a:extLst xmlns:a="http://schemas.openxmlformats.org/drawingml/2006/main">
              <a:ext uri="{FF2B5EF4-FFF2-40B4-BE49-F238E27FC236}">
                <a16:creationId xmlns:a16="http://schemas.microsoft.com/office/drawing/2014/main" id="{B4A9BC1D-C91D-4B48-8663-7F988A23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31773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79-188">
            <a:extLst xmlns:a="http://schemas.openxmlformats.org/drawingml/2006/main">
              <a:ext uri="{FF2B5EF4-FFF2-40B4-BE49-F238E27FC236}">
                <a16:creationId xmlns:a16="http://schemas.microsoft.com/office/drawing/2014/main" id="{9881C38E-36D7-4A54-9671-90EF7B53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189">
            <a:extLst xmlns:a="http://schemas.openxmlformats.org/drawingml/2006/main">
              <a:ext uri="{FF2B5EF4-FFF2-40B4-BE49-F238E27FC236}">
                <a16:creationId xmlns:a16="http://schemas.microsoft.com/office/drawing/2014/main" id="{0A645928-E765-4EAF-AC0A-74DD9777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0 — Rust, C e o caminho até o executável</a:t>
            </a:r>
          </a:p>
        </p:txBody>
      </p:sp>
      <p:sp>
        <p:nvSpPr>
          <p:cNvPr id="3" name="p79-190">
            <a:extLst xmlns:a="http://schemas.openxmlformats.org/drawingml/2006/main">
              <a:ext uri="{FF2B5EF4-FFF2-40B4-BE49-F238E27FC236}">
                <a16:creationId xmlns:a16="http://schemas.microsoft.com/office/drawing/2014/main" id="{55B0E810-700C-4617-9E3F-C4BE4FC9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inicial</a:t>
            </a:r>
          </a:p>
        </p:txBody>
      </p:sp>
      <p:sp>
        <p:nvSpPr>
          <p:cNvPr id="4" name="p79-191">
            <a:extLst xmlns:a="http://schemas.openxmlformats.org/drawingml/2006/main">
              <a:ext uri="{FF2B5EF4-FFF2-40B4-BE49-F238E27FC236}">
                <a16:creationId xmlns:a16="http://schemas.microsoft.com/office/drawing/2014/main" id="{083DAFDB-5082-4606-81AF-AEEE80E8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Segurança de memória tem limites claros</a:t>
            </a:r>
          </a:p>
        </p:txBody>
      </p:sp>
      <p:sp>
        <p:nvSpPr>
          <p:cNvPr id="5" name="p79-192">
            <a:extLst xmlns:a="http://schemas.openxmlformats.org/drawingml/2006/main">
              <a:ext uri="{FF2B5EF4-FFF2-40B4-BE49-F238E27FC236}">
                <a16:creationId xmlns:a16="http://schemas.microsoft.com/office/drawing/2014/main" id="{F7F0D2B6-16FE-46EF-9307-EBF907F2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Garantias do código seguro</a:t>
            </a:r>
          </a:p>
        </p:txBody>
      </p:sp>
      <p:sp>
        <p:nvSpPr>
          <p:cNvPr id="6" name="p79-193">
            <a:extLst xmlns:a="http://schemas.openxmlformats.org/drawingml/2006/main">
              <a:ext uri="{FF2B5EF4-FFF2-40B4-BE49-F238E27FC236}">
                <a16:creationId xmlns:a16="http://schemas.microsoft.com/office/drawing/2014/main" id="{BF948D66-F414-4287-9835-9BB2A459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Impede uso após liberação</a:t>
            </a:r>
          </a:p>
        </p:txBody>
      </p:sp>
      <p:sp>
        <p:nvSpPr>
          <p:cNvPr id="7" name="p79-194">
            <a:extLst xmlns:a="http://schemas.openxmlformats.org/drawingml/2006/main">
              <a:ext uri="{FF2B5EF4-FFF2-40B4-BE49-F238E27FC236}">
                <a16:creationId xmlns:a16="http://schemas.microsoft.com/office/drawing/2014/main" id="{3E5C2528-F348-4417-8CCA-DB71DEA8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Restringe referências inválidas</a:t>
            </a:r>
          </a:p>
        </p:txBody>
      </p:sp>
      <p:sp>
        <p:nvSpPr>
          <p:cNvPr id="8" name="p79-195">
            <a:extLst xmlns:a="http://schemas.openxmlformats.org/drawingml/2006/main">
              <a:ext uri="{FF2B5EF4-FFF2-40B4-BE49-F238E27FC236}">
                <a16:creationId xmlns:a16="http://schemas.microsoft.com/office/drawing/2014/main" id="{10D16360-0788-4A24-B770-2D106EEE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Impede data races nas garantias da linguagem</a:t>
            </a:r>
          </a:p>
        </p:txBody>
      </p:sp>
      <p:sp>
        <p:nvSpPr>
          <p:cNvPr id="9" name="p79-196">
            <a:extLst xmlns:a="http://schemas.openxmlformats.org/drawingml/2006/main">
              <a:ext uri="{FF2B5EF4-FFF2-40B4-BE49-F238E27FC236}">
                <a16:creationId xmlns:a16="http://schemas.microsoft.com/office/drawing/2014/main" id="{AF61F9B9-B3AD-4A4C-85A8-E607326A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Acesso a vetores verifica limites</a:t>
            </a:r>
          </a:p>
        </p:txBody>
      </p:sp>
      <p:sp>
        <p:nvSpPr>
          <p:cNvPr id="10" name="p79-197">
            <a:extLst xmlns:a="http://schemas.openxmlformats.org/drawingml/2006/main">
              <a:ext uri="{FF2B5EF4-FFF2-40B4-BE49-F238E27FC236}">
                <a16:creationId xmlns:a16="http://schemas.microsoft.com/office/drawing/2014/main" id="{8A49D646-5258-461B-8ADF-5BD69D3B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Ainda precisamos tratar</a:t>
            </a:r>
          </a:p>
        </p:txBody>
      </p:sp>
      <p:sp>
        <p:nvSpPr>
          <p:cNvPr id="11" name="p79-198">
            <a:extLst xmlns:a="http://schemas.openxmlformats.org/drawingml/2006/main">
              <a:ext uri="{FF2B5EF4-FFF2-40B4-BE49-F238E27FC236}">
                <a16:creationId xmlns:a16="http://schemas.microsoft.com/office/drawing/2014/main" id="{8E2DD151-C317-4B6F-9BE8-5AB9D71C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Vazamentos de memória</a:t>
            </a:r>
          </a:p>
        </p:txBody>
      </p:sp>
      <p:sp>
        <p:nvSpPr>
          <p:cNvPr id="12" name="p79-199">
            <a:extLst xmlns:a="http://schemas.openxmlformats.org/drawingml/2006/main">
              <a:ext uri="{FF2B5EF4-FFF2-40B4-BE49-F238E27FC236}">
                <a16:creationId xmlns:a16="http://schemas.microsoft.com/office/drawing/2014/main" id="{379E9177-A5C6-49B2-B0CA-BD1BBCED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Overflow numérico e panic</a:t>
            </a:r>
          </a:p>
        </p:txBody>
      </p:sp>
      <p:sp>
        <p:nvSpPr>
          <p:cNvPr id="13" name="p79-200">
            <a:extLst xmlns:a="http://schemas.openxmlformats.org/drawingml/2006/main">
              <a:ext uri="{FF2B5EF4-FFF2-40B4-BE49-F238E27FC236}">
                <a16:creationId xmlns:a16="http://schemas.microsoft.com/office/drawing/2014/main" id="{DC193BF6-9650-4D69-A541-40D94F58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Deadlocks e erros de lógica</a:t>
            </a:r>
          </a:p>
        </p:txBody>
      </p:sp>
      <p:sp>
        <p:nvSpPr>
          <p:cNvPr id="14" name="p79-201">
            <a:extLst xmlns:a="http://schemas.openxmlformats.org/drawingml/2006/main">
              <a:ext uri="{FF2B5EF4-FFF2-40B4-BE49-F238E27FC236}">
                <a16:creationId xmlns:a16="http://schemas.microsoft.com/office/drawing/2014/main" id="{826B0EF3-911B-4402-AF9A-5AC5F32B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Falhas de protocolo ou configuração</a:t>
            </a:r>
          </a:p>
        </p:txBody>
      </p:sp>
      <p:sp>
        <p:nvSpPr>
          <p:cNvPr id="15" name="p79-202">
            <a:extLst xmlns:a="http://schemas.openxmlformats.org/drawingml/2006/main">
              <a:ext uri="{FF2B5EF4-FFF2-40B4-BE49-F238E27FC236}">
                <a16:creationId xmlns:a16="http://schemas.microsoft.com/office/drawing/2014/main" id="{B495F7E0-0B4A-43ED-8E1B-F053CBB9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19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79-203">
            <a:extLst xmlns:a="http://schemas.openxmlformats.org/drawingml/2006/main">
              <a:ext uri="{FF2B5EF4-FFF2-40B4-BE49-F238E27FC236}">
                <a16:creationId xmlns:a16="http://schemas.microsoft.com/office/drawing/2014/main" id="{E228939D-5FDB-4088-981A-E251219A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79-204">
            <a:extLst xmlns:a="http://schemas.openxmlformats.org/drawingml/2006/main">
              <a:ext uri="{FF2B5EF4-FFF2-40B4-BE49-F238E27FC236}">
                <a16:creationId xmlns:a16="http://schemas.microsoft.com/office/drawing/2014/main" id="{DB4530D8-7428-43CB-9AF1-31AF92B1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8" name="p79-205">
            <a:extLst xmlns:a="http://schemas.openxmlformats.org/drawingml/2006/main">
              <a:ext uri="{FF2B5EF4-FFF2-40B4-BE49-F238E27FC236}">
                <a16:creationId xmlns:a16="http://schemas.microsoft.com/office/drawing/2014/main" id="{BD5425E9-78A0-4032-9E44-947609F1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48930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79-206">
            <a:extLst xmlns:a="http://schemas.openxmlformats.org/drawingml/2006/main">
              <a:ext uri="{FF2B5EF4-FFF2-40B4-BE49-F238E27FC236}">
                <a16:creationId xmlns:a16="http://schemas.microsoft.com/office/drawing/2014/main" id="{6ED5630C-4B26-44AC-B152-07138F41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207">
            <a:extLst xmlns:a="http://schemas.openxmlformats.org/drawingml/2006/main">
              <a:ext uri="{FF2B5EF4-FFF2-40B4-BE49-F238E27FC236}">
                <a16:creationId xmlns:a16="http://schemas.microsoft.com/office/drawing/2014/main" id="{73B4458B-0795-4BA9-A2B2-A6D661B3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0 — Rust, C e o caminho até o executável</a:t>
            </a:r>
          </a:p>
        </p:txBody>
      </p:sp>
      <p:sp>
        <p:nvSpPr>
          <p:cNvPr id="3" name="p79-208">
            <a:extLst xmlns:a="http://schemas.openxmlformats.org/drawingml/2006/main">
              <a:ext uri="{FF2B5EF4-FFF2-40B4-BE49-F238E27FC236}">
                <a16:creationId xmlns:a16="http://schemas.microsoft.com/office/drawing/2014/main" id="{4B0E7043-EFEA-48A9-A5C1-CB007B4B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inicial</a:t>
            </a:r>
          </a:p>
        </p:txBody>
      </p:sp>
      <p:sp>
        <p:nvSpPr>
          <p:cNvPr id="4" name="p79-209">
            <a:extLst xmlns:a="http://schemas.openxmlformats.org/drawingml/2006/main">
              <a:ext uri="{FF2B5EF4-FFF2-40B4-BE49-F238E27FC236}">
                <a16:creationId xmlns:a16="http://schemas.microsoft.com/office/drawing/2014/main" id="{C1D7F209-71FD-46FE-AC67-09A33919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Rust e C: vantagens e desafios</a:t>
            </a:r>
          </a:p>
        </p:txBody>
      </p:sp>
      <p:sp>
        <p:nvSpPr>
          <p:cNvPr id="5" name="p79-210">
            <a:extLst xmlns:a="http://schemas.openxmlformats.org/drawingml/2006/main">
              <a:ext uri="{FF2B5EF4-FFF2-40B4-BE49-F238E27FC236}">
                <a16:creationId xmlns:a16="http://schemas.microsoft.com/office/drawing/2014/main" id="{102465F0-4FF1-4764-985F-C600E858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Rust</a:t>
            </a:r>
          </a:p>
        </p:txBody>
      </p:sp>
      <p:sp>
        <p:nvSpPr>
          <p:cNvPr id="6" name="p79-211">
            <a:extLst xmlns:a="http://schemas.openxmlformats.org/drawingml/2006/main">
              <a:ext uri="{FF2B5EF4-FFF2-40B4-BE49-F238E27FC236}">
                <a16:creationId xmlns:a16="http://schemas.microsoft.com/office/drawing/2014/main" id="{A25008C6-2AB1-4FB9-9EFA-4C8B1DFC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Cargo integra dependências e testes</a:t>
            </a:r>
          </a:p>
        </p:txBody>
      </p:sp>
      <p:sp>
        <p:nvSpPr>
          <p:cNvPr id="7" name="p79-212">
            <a:extLst xmlns:a="http://schemas.openxmlformats.org/drawingml/2006/main">
              <a:ext uri="{FF2B5EF4-FFF2-40B4-BE49-F238E27FC236}">
                <a16:creationId xmlns:a16="http://schemas.microsoft.com/office/drawing/2014/main" id="{04C82C0A-F427-4CFF-B6C2-F9D23C47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Tipos e ownership ajudam a prevenir falhas</a:t>
            </a:r>
          </a:p>
        </p:txBody>
      </p:sp>
      <p:sp>
        <p:nvSpPr>
          <p:cNvPr id="8" name="p79-213">
            <a:extLst xmlns:a="http://schemas.openxmlformats.org/drawingml/2006/main">
              <a:ext uri="{FF2B5EF4-FFF2-40B4-BE49-F238E27FC236}">
                <a16:creationId xmlns:a16="http://schemas.microsoft.com/office/drawing/2014/main" id="{11A3D4A0-2C0E-4A1D-9804-A0934ACF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Diagnósticos orientam correções</a:t>
            </a:r>
          </a:p>
        </p:txBody>
      </p:sp>
      <p:sp>
        <p:nvSpPr>
          <p:cNvPr id="9" name="p79-214">
            <a:extLst xmlns:a="http://schemas.openxmlformats.org/drawingml/2006/main">
              <a:ext uri="{FF2B5EF4-FFF2-40B4-BE49-F238E27FC236}">
                <a16:creationId xmlns:a16="http://schemas.microsoft.com/office/drawing/2014/main" id="{A753C743-BF44-4ACC-A74C-89D08E79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Aprender empréstimos exige prática</a:t>
            </a:r>
          </a:p>
        </p:txBody>
      </p:sp>
      <p:sp>
        <p:nvSpPr>
          <p:cNvPr id="10" name="p79-215">
            <a:extLst xmlns:a="http://schemas.openxmlformats.org/drawingml/2006/main">
              <a:ext uri="{FF2B5EF4-FFF2-40B4-BE49-F238E27FC236}">
                <a16:creationId xmlns:a16="http://schemas.microsoft.com/office/drawing/2014/main" id="{097BA031-28BE-4D15-BD32-C1D32D99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Builds grandes podem custar mais tempo</a:t>
            </a:r>
          </a:p>
        </p:txBody>
      </p:sp>
      <p:sp>
        <p:nvSpPr>
          <p:cNvPr id="11" name="p79-216">
            <a:extLst xmlns:a="http://schemas.openxmlformats.org/drawingml/2006/main">
              <a:ext uri="{FF2B5EF4-FFF2-40B4-BE49-F238E27FC236}">
                <a16:creationId xmlns:a16="http://schemas.microsoft.com/office/drawing/2014/main" id="{07DB6B09-8D05-45D7-8D56-1BFCFF40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p79-217">
            <a:extLst xmlns:a="http://schemas.openxmlformats.org/drawingml/2006/main">
              <a:ext uri="{FF2B5EF4-FFF2-40B4-BE49-F238E27FC236}">
                <a16:creationId xmlns:a16="http://schemas.microsoft.com/office/drawing/2014/main" id="{E1146C6C-FAC6-445D-B8E2-FB9D5541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Toolchains e APIs muito consolidadas</a:t>
            </a:r>
          </a:p>
        </p:txBody>
      </p:sp>
      <p:sp>
        <p:nvSpPr>
          <p:cNvPr id="13" name="p79-218">
            <a:extLst xmlns:a="http://schemas.openxmlformats.org/drawingml/2006/main">
              <a:ext uri="{FF2B5EF4-FFF2-40B4-BE49-F238E27FC236}">
                <a16:creationId xmlns:a16="http://schemas.microsoft.com/office/drawing/2014/main" id="{3D770354-3F47-4FC0-A405-E329BE1A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Controle direto e linguagem central menor</a:t>
            </a:r>
          </a:p>
        </p:txBody>
      </p:sp>
      <p:sp>
        <p:nvSpPr>
          <p:cNvPr id="14" name="p79-219">
            <a:extLst xmlns:a="http://schemas.openxmlformats.org/drawingml/2006/main">
              <a:ext uri="{FF2B5EF4-FFF2-40B4-BE49-F238E27FC236}">
                <a16:creationId xmlns:a16="http://schemas.microsoft.com/office/drawing/2014/main" id="{3EAA46B8-2C39-4668-8A1A-34B25893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Amplo histórico em hardware específico</a:t>
            </a:r>
          </a:p>
        </p:txBody>
      </p:sp>
      <p:sp>
        <p:nvSpPr>
          <p:cNvPr id="15" name="p79-220">
            <a:extLst xmlns:a="http://schemas.openxmlformats.org/drawingml/2006/main">
              <a:ext uri="{FF2B5EF4-FFF2-40B4-BE49-F238E27FC236}">
                <a16:creationId xmlns:a16="http://schemas.microsoft.com/office/drawing/2014/main" id="{7674B499-4EB9-4AD9-9518-7FBF8874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Memória e sincronização exigem disciplina</a:t>
            </a:r>
          </a:p>
        </p:txBody>
      </p:sp>
      <p:sp>
        <p:nvSpPr>
          <p:cNvPr id="16" name="p79-221">
            <a:extLst xmlns:a="http://schemas.openxmlformats.org/drawingml/2006/main">
              <a:ext uri="{FF2B5EF4-FFF2-40B4-BE49-F238E27FC236}">
                <a16:creationId xmlns:a16="http://schemas.microsoft.com/office/drawing/2014/main" id="{3EA2EB7A-E508-46C2-A49F-24A279DB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43525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Ferramentas externas complementam o compilador</a:t>
            </a:r>
          </a:p>
        </p:txBody>
      </p:sp>
      <p:sp>
        <p:nvSpPr>
          <p:cNvPr id="17" name="p79-222">
            <a:extLst xmlns:a="http://schemas.openxmlformats.org/drawingml/2006/main">
              <a:ext uri="{FF2B5EF4-FFF2-40B4-BE49-F238E27FC236}">
                <a16:creationId xmlns:a16="http://schemas.microsoft.com/office/drawing/2014/main" id="{0A2A6030-7DDD-4A0A-AF9B-C7218CD6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19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223">
            <a:extLst xmlns:a="http://schemas.openxmlformats.org/drawingml/2006/main">
              <a:ext uri="{FF2B5EF4-FFF2-40B4-BE49-F238E27FC236}">
                <a16:creationId xmlns:a16="http://schemas.microsoft.com/office/drawing/2014/main" id="{66607650-775D-4FC3-A1AE-36950638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79-224">
            <a:extLst xmlns:a="http://schemas.openxmlformats.org/drawingml/2006/main">
              <a:ext uri="{FF2B5EF4-FFF2-40B4-BE49-F238E27FC236}">
                <a16:creationId xmlns:a16="http://schemas.microsoft.com/office/drawing/2014/main" id="{DD62C0CA-F47A-4DA3-8924-15765EB6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0" name="p79-225">
            <a:extLst xmlns:a="http://schemas.openxmlformats.org/drawingml/2006/main">
              <a:ext uri="{FF2B5EF4-FFF2-40B4-BE49-F238E27FC236}">
                <a16:creationId xmlns:a16="http://schemas.microsoft.com/office/drawing/2014/main" id="{9AC53DFF-6250-469F-BACA-D6457071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97348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79-226">
            <a:extLst xmlns:a="http://schemas.openxmlformats.org/drawingml/2006/main">
              <a:ext uri="{FF2B5EF4-FFF2-40B4-BE49-F238E27FC236}">
                <a16:creationId xmlns:a16="http://schemas.microsoft.com/office/drawing/2014/main" id="{A27312E4-63A8-4D64-B092-40CC1854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227">
            <a:extLst xmlns:a="http://schemas.openxmlformats.org/drawingml/2006/main">
              <a:ext uri="{FF2B5EF4-FFF2-40B4-BE49-F238E27FC236}">
                <a16:creationId xmlns:a16="http://schemas.microsoft.com/office/drawing/2014/main" id="{76C9C742-1596-4558-A1A8-3806FC9C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0 — Rust, C e o caminho até o executável</a:t>
            </a:r>
          </a:p>
        </p:txBody>
      </p:sp>
      <p:sp>
        <p:nvSpPr>
          <p:cNvPr id="3" name="p79-228">
            <a:extLst xmlns:a="http://schemas.openxmlformats.org/drawingml/2006/main">
              <a:ext uri="{FF2B5EF4-FFF2-40B4-BE49-F238E27FC236}">
                <a16:creationId xmlns:a16="http://schemas.microsoft.com/office/drawing/2014/main" id="{8A2E5581-4D59-418E-9EC9-CDF0BA91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inicial</a:t>
            </a:r>
          </a:p>
        </p:txBody>
      </p:sp>
      <p:sp>
        <p:nvSpPr>
          <p:cNvPr id="4" name="p79-229">
            <a:extLst xmlns:a="http://schemas.openxmlformats.org/drawingml/2006/main">
              <a:ext uri="{FF2B5EF4-FFF2-40B4-BE49-F238E27FC236}">
                <a16:creationId xmlns:a16="http://schemas.microsoft.com/office/drawing/2014/main" id="{D5E8FC17-1D60-4B03-A026-AF05BF7B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Hardware e integração com código existente</a:t>
            </a:r>
          </a:p>
        </p:txBody>
      </p:sp>
      <p:sp>
        <p:nvSpPr>
          <p:cNvPr id="5" name="p79-230">
            <a:extLst xmlns:a="http://schemas.openxmlformats.org/drawingml/2006/main">
              <a:ext uri="{FF2B5EF4-FFF2-40B4-BE49-F238E27FC236}">
                <a16:creationId xmlns:a16="http://schemas.microsoft.com/office/drawing/2014/main" id="{54086E7E-31D9-467D-AE85-1158C462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79-231">
            <a:extLst xmlns:a="http://schemas.openxmlformats.org/drawingml/2006/main">
              <a:ext uri="{FF2B5EF4-FFF2-40B4-BE49-F238E27FC236}">
                <a16:creationId xmlns:a16="http://schemas.microsoft.com/office/drawing/2014/main" id="{4AB7B6B4-CA9A-44DB-9DC6-CE0344C0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Rust embarcado pode usar no_std</a:t>
            </a:r>
          </a:p>
        </p:txBody>
      </p:sp>
      <p:sp>
        <p:nvSpPr>
          <p:cNvPr id="7" name="p79-232">
            <a:extLst xmlns:a="http://schemas.openxmlformats.org/drawingml/2006/main">
              <a:ext uri="{FF2B5EF4-FFF2-40B4-BE49-F238E27FC236}">
                <a16:creationId xmlns:a16="http://schemas.microsoft.com/office/drawing/2014/main" id="{C2BF5ED1-27D3-4F02-9148-4531F4E3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p79-233">
            <a:extLst xmlns:a="http://schemas.openxmlformats.org/drawingml/2006/main">
              <a:ext uri="{FF2B5EF4-FFF2-40B4-BE49-F238E27FC236}">
                <a16:creationId xmlns:a16="http://schemas.microsoft.com/office/drawing/2014/main" id="{A650BD29-2E9A-4177-9D7D-720DA351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480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Cada alvo precisa de toolchain e bibliotecas compatíveis</a:t>
            </a:r>
          </a:p>
        </p:txBody>
      </p:sp>
      <p:sp>
        <p:nvSpPr>
          <p:cNvPr id="9" name="p79-234">
            <a:extLst xmlns:a="http://schemas.openxmlformats.org/drawingml/2006/main">
              <a:ext uri="{FF2B5EF4-FFF2-40B4-BE49-F238E27FC236}">
                <a16:creationId xmlns:a16="http://schemas.microsoft.com/office/drawing/2014/main" id="{B40F495E-E10E-4DBA-80FE-07CA9663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p79-235">
            <a:extLst xmlns:a="http://schemas.openxmlformats.org/drawingml/2006/main">
              <a:ext uri="{FF2B5EF4-FFF2-40B4-BE49-F238E27FC236}">
                <a16:creationId xmlns:a16="http://schemas.microsoft.com/office/drawing/2014/main" id="{6E16FAC0-67AC-4AEB-AF4C-A2FF2A34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FFI permite conversar com APIs C</a:t>
            </a:r>
          </a:p>
        </p:txBody>
      </p:sp>
      <p:sp>
        <p:nvSpPr>
          <p:cNvPr id="11" name="p79-236">
            <a:extLst xmlns:a="http://schemas.openxmlformats.org/drawingml/2006/main">
              <a:ext uri="{FF2B5EF4-FFF2-40B4-BE49-F238E27FC236}">
                <a16:creationId xmlns:a16="http://schemas.microsoft.com/office/drawing/2014/main" id="{2D300A6A-B78B-4ECA-90C3-51B72DEF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p79-237">
            <a:extLst xmlns:a="http://schemas.openxmlformats.org/drawingml/2006/main">
              <a:ext uri="{FF2B5EF4-FFF2-40B4-BE49-F238E27FC236}">
                <a16:creationId xmlns:a16="http://schemas.microsoft.com/office/drawing/2014/main" id="{117C0EA9-2828-49EC-A178-42B0010B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00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unsafe exige verificar contratos específicos</a:t>
            </a:r>
          </a:p>
        </p:txBody>
      </p:sp>
      <p:sp>
        <p:nvSpPr>
          <p:cNvPr id="13" name="p79-238">
            <a:extLst xmlns:a="http://schemas.openxmlformats.org/drawingml/2006/main">
              <a:ext uri="{FF2B5EF4-FFF2-40B4-BE49-F238E27FC236}">
                <a16:creationId xmlns:a16="http://schemas.microsoft.com/office/drawing/2014/main" id="{BC8156CE-7897-4BCA-83CE-BF9B9A0A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p79-239">
            <a:extLst xmlns:a="http://schemas.openxmlformats.org/drawingml/2006/main">
              <a:ext uri="{FF2B5EF4-FFF2-40B4-BE49-F238E27FC236}">
                <a16:creationId xmlns:a16="http://schemas.microsoft.com/office/drawing/2014/main" id="{026E93DE-72A9-4B41-A6A7-B59A1FDE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91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unsafe mantém outras verificações, inclusive de referências</a:t>
            </a:r>
          </a:p>
        </p:txBody>
      </p:sp>
      <p:sp>
        <p:nvSpPr>
          <p:cNvPr id="15" name="p79-240">
            <a:extLst xmlns:a="http://schemas.openxmlformats.org/drawingml/2006/main">
              <a:ext uri="{FF2B5EF4-FFF2-40B4-BE49-F238E27FC236}">
                <a16:creationId xmlns:a16="http://schemas.microsoft.com/office/drawing/2014/main" id="{C4B447E5-77F6-458E-9912-4B610A70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79-241">
            <a:extLst xmlns:a="http://schemas.openxmlformats.org/drawingml/2006/main">
              <a:ext uri="{FF2B5EF4-FFF2-40B4-BE49-F238E27FC236}">
                <a16:creationId xmlns:a16="http://schemas.microsoft.com/office/drawing/2014/main" id="{DA0CE2DC-EBCC-49FE-9B4D-2D2F6CA4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7" name="p79-242">
            <a:extLst xmlns:a="http://schemas.openxmlformats.org/drawingml/2006/main">
              <a:ext uri="{FF2B5EF4-FFF2-40B4-BE49-F238E27FC236}">
                <a16:creationId xmlns:a16="http://schemas.microsoft.com/office/drawing/2014/main" id="{FA68D307-2BFB-4C1A-8EFF-5795F7C1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082605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79-243">
            <a:extLst xmlns:a="http://schemas.openxmlformats.org/drawingml/2006/main">
              <a:ext uri="{FF2B5EF4-FFF2-40B4-BE49-F238E27FC236}">
                <a16:creationId xmlns:a16="http://schemas.microsoft.com/office/drawing/2014/main" id="{2B07843B-7AA1-425A-BE15-B19460B1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244">
            <a:extLst xmlns:a="http://schemas.openxmlformats.org/drawingml/2006/main">
              <a:ext uri="{FF2B5EF4-FFF2-40B4-BE49-F238E27FC236}">
                <a16:creationId xmlns:a16="http://schemas.microsoft.com/office/drawing/2014/main" id="{450719D0-E6DC-42DF-BF6F-CF5AE359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C6DD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E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EE"/>
                </a:solidFill>
                <a:latin typeface="Arial"/>
                <a:ea typeface="Arial"/>
                <a:cs typeface="Arial"/>
              </a:rPr>
              <a:t>Seção 1 — Preparar o ambiente e começar o pacote</a:t>
            </a:r>
          </a:p>
        </p:txBody>
      </p:sp>
      <p:sp>
        <p:nvSpPr>
          <p:cNvPr id="3" name="p79-245">
            <a:extLst xmlns:a="http://schemas.openxmlformats.org/drawingml/2006/main">
              <a:ext uri="{FF2B5EF4-FFF2-40B4-BE49-F238E27FC236}">
                <a16:creationId xmlns:a16="http://schemas.microsoft.com/office/drawing/2014/main" id="{E6600ABE-4CB3-4987-BF07-6DDF929A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C6DD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6DDE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6DDEE"/>
                </a:solidFill>
                <a:latin typeface="Arial"/>
                <a:ea typeface="Arial"/>
                <a:cs typeface="Arial"/>
              </a:rPr>
              <a:t>Aulas 1 e 2</a:t>
            </a:r>
          </a:p>
        </p:txBody>
      </p:sp>
      <p:sp>
        <p:nvSpPr>
          <p:cNvPr id="4" name="p79-246">
            <a:extLst xmlns:a="http://schemas.openxmlformats.org/drawingml/2006/main">
              <a:ext uri="{FF2B5EF4-FFF2-40B4-BE49-F238E27FC236}">
                <a16:creationId xmlns:a16="http://schemas.microsoft.com/office/drawing/2014/main" id="{4FE71632-7615-4391-BE72-D517B794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Ambiente e primeiro pacote</a:t>
            </a:r>
          </a:p>
        </p:txBody>
      </p:sp>
      <p:sp>
        <p:nvSpPr>
          <p:cNvPr id="5" name="p79-247">
            <a:extLst xmlns:a="http://schemas.openxmlformats.org/drawingml/2006/main">
              <a:ext uri="{FF2B5EF4-FFF2-40B4-BE49-F238E27FC236}">
                <a16:creationId xmlns:a16="http://schemas.microsoft.com/office/drawing/2014/main" id="{DA4FC361-4D43-43E8-8439-FDE1B472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FB4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FB49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FB49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79-248">
            <a:extLst xmlns:a="http://schemas.openxmlformats.org/drawingml/2006/main">
              <a:ext uri="{FF2B5EF4-FFF2-40B4-BE49-F238E27FC236}">
                <a16:creationId xmlns:a16="http://schemas.microsoft.com/office/drawing/2014/main" id="{A9F3D8C5-FC28-4108-83EE-03F70836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Aula 1: ferramentas e primeiro programa, R01</a:t>
            </a:r>
          </a:p>
        </p:txBody>
      </p:sp>
      <p:sp>
        <p:nvSpPr>
          <p:cNvPr id="7" name="p79-249">
            <a:extLst xmlns:a="http://schemas.openxmlformats.org/drawingml/2006/main">
              <a:ext uri="{FF2B5EF4-FFF2-40B4-BE49-F238E27FC236}">
                <a16:creationId xmlns:a16="http://schemas.microsoft.com/office/drawing/2014/main" id="{98C329E7-9D86-414A-A366-98913F8C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FB4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FB49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FB49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p79-250">
            <a:extLst xmlns:a="http://schemas.openxmlformats.org/drawingml/2006/main">
              <a:ext uri="{FF2B5EF4-FFF2-40B4-BE49-F238E27FC236}">
                <a16:creationId xmlns:a16="http://schemas.microsoft.com/office/drawing/2014/main" id="{20EF596C-6187-4A7A-804C-F7B0BDAA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480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Aula 2: manifesto, bibliotecas e símbolos, R02</a:t>
            </a:r>
          </a:p>
        </p:txBody>
      </p:sp>
      <p:sp>
        <p:nvSpPr>
          <p:cNvPr id="9" name="p79-251">
            <a:extLst xmlns:a="http://schemas.openxmlformats.org/drawingml/2006/main">
              <a:ext uri="{FF2B5EF4-FFF2-40B4-BE49-F238E27FC236}">
                <a16:creationId xmlns:a16="http://schemas.microsoft.com/office/drawing/2014/main" id="{F7F7CC1D-845A-4BEB-9397-37348ED1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FB4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FB49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FB49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p79-252">
            <a:extLst xmlns:a="http://schemas.openxmlformats.org/drawingml/2006/main">
              <a:ext uri="{FF2B5EF4-FFF2-40B4-BE49-F238E27FC236}">
                <a16:creationId xmlns:a16="http://schemas.microsoft.com/office/drawing/2014/main" id="{11EDB91A-2F5A-4149-BBB0-D13EB5BE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Checkpoint: compilar antes de acrescentar infraestrutura</a:t>
            </a:r>
          </a:p>
        </p:txBody>
      </p:sp>
      <p:sp>
        <p:nvSpPr>
          <p:cNvPr id="11" name="p79-253">
            <a:extLst xmlns:a="http://schemas.openxmlformats.org/drawingml/2006/main">
              <a:ext uri="{FF2B5EF4-FFF2-40B4-BE49-F238E27FC236}">
                <a16:creationId xmlns:a16="http://schemas.microsoft.com/office/drawing/2014/main" id="{9A14C6AF-0005-4457-AC1D-9D958179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254">
            <a:extLst xmlns:a="http://schemas.openxmlformats.org/drawingml/2006/main">
              <a:ext uri="{FF2B5EF4-FFF2-40B4-BE49-F238E27FC236}">
                <a16:creationId xmlns:a16="http://schemas.microsoft.com/office/drawing/2014/main" id="{EAEDB7D0-D85F-4CD4-B571-F727C745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C6DD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6DDE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6DDEE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3" name="p79-255">
            <a:extLst xmlns:a="http://schemas.openxmlformats.org/drawingml/2006/main">
              <a:ext uri="{FF2B5EF4-FFF2-40B4-BE49-F238E27FC236}">
                <a16:creationId xmlns:a16="http://schemas.microsoft.com/office/drawing/2014/main" id="{2E45950F-ECB0-4341-AB03-8213ED70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10653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79-256">
            <a:extLst xmlns:a="http://schemas.openxmlformats.org/drawingml/2006/main">
              <a:ext uri="{FF2B5EF4-FFF2-40B4-BE49-F238E27FC236}">
                <a16:creationId xmlns:a16="http://schemas.microsoft.com/office/drawing/2014/main" id="{DBB5D38E-4DCE-4CB7-84AA-47069B1D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257">
            <a:extLst xmlns:a="http://schemas.openxmlformats.org/drawingml/2006/main">
              <a:ext uri="{FF2B5EF4-FFF2-40B4-BE49-F238E27FC236}">
                <a16:creationId xmlns:a16="http://schemas.microsoft.com/office/drawing/2014/main" id="{725340D0-F570-4A8B-8644-21F99DD2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1 — Preparar o ambiente e começar o pacote</a:t>
            </a:r>
          </a:p>
        </p:txBody>
      </p:sp>
      <p:sp>
        <p:nvSpPr>
          <p:cNvPr id="3" name="p79-258">
            <a:extLst xmlns:a="http://schemas.openxmlformats.org/drawingml/2006/main">
              <a:ext uri="{FF2B5EF4-FFF2-40B4-BE49-F238E27FC236}">
                <a16:creationId xmlns:a16="http://schemas.microsoft.com/office/drawing/2014/main" id="{985D7D69-8953-4644-B395-F7EC95F3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1 — Ferramentas e primeiro programa, R01</a:t>
            </a:r>
          </a:p>
        </p:txBody>
      </p:sp>
      <p:sp>
        <p:nvSpPr>
          <p:cNvPr id="4" name="p79-259">
            <a:extLst xmlns:a="http://schemas.openxmlformats.org/drawingml/2006/main">
              <a:ext uri="{FF2B5EF4-FFF2-40B4-BE49-F238E27FC236}">
                <a16:creationId xmlns:a16="http://schemas.microsoft.com/office/drawing/2014/main" id="{39734819-402B-49E8-BE41-5E87FED5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Verificação e criação do projeto</a:t>
            </a:r>
          </a:p>
        </p:txBody>
      </p:sp>
      <p:sp>
        <p:nvSpPr>
          <p:cNvPr id="5" name="p79-260">
            <a:extLst xmlns:a="http://schemas.openxmlformats.org/drawingml/2006/main">
              <a:ext uri="{FF2B5EF4-FFF2-40B4-BE49-F238E27FC236}">
                <a16:creationId xmlns:a16="http://schemas.microsoft.com/office/drawing/2014/main" id="{4B956824-0F8E-4F19-BD0B-D39A0B76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19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261">
            <a:extLst xmlns:a="http://schemas.openxmlformats.org/drawingml/2006/main">
              <a:ext uri="{FF2B5EF4-FFF2-40B4-BE49-F238E27FC236}">
                <a16:creationId xmlns:a16="http://schemas.microsoft.com/office/drawing/2014/main" id="{97EF6337-81F3-4107-8695-B2EDD0F6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57531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rustc --version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cargo --version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git --version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cargo new --bin --name mqtt-broker --edition 2024 --vcs none xmqr-curso-03</a:t>
            </a:r>
          </a:p>
        </p:txBody>
      </p:sp>
      <p:sp>
        <p:nvSpPr>
          <p:cNvPr id="7" name="p79-262">
            <a:extLst xmlns:a="http://schemas.openxmlformats.org/drawingml/2006/main">
              <a:ext uri="{FF2B5EF4-FFF2-40B4-BE49-F238E27FC236}">
                <a16:creationId xmlns:a16="http://schemas.microsoft.com/office/drawing/2014/main" id="{86075F15-D6B0-428E-A941-B51CDC8C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Verifique Rust, Cargo e Git</a:t>
            </a:r>
          </a:p>
        </p:txBody>
      </p:sp>
      <p:sp>
        <p:nvSpPr>
          <p:cNvPr id="8" name="p79-263">
            <a:extLst xmlns:a="http://schemas.openxmlformats.org/drawingml/2006/main">
              <a:ext uri="{FF2B5EF4-FFF2-40B4-BE49-F238E27FC236}">
                <a16:creationId xmlns:a16="http://schemas.microsoft.com/office/drawing/2014/main" id="{373AA482-189A-496E-AD96-17523279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623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Crie um pacote executável em uma pasta nova</a:t>
            </a:r>
          </a:p>
        </p:txBody>
      </p:sp>
      <p:sp>
        <p:nvSpPr>
          <p:cNvPr id="9" name="p79-264">
            <a:extLst xmlns:a="http://schemas.openxmlformats.org/drawingml/2006/main">
              <a:ext uri="{FF2B5EF4-FFF2-40B4-BE49-F238E27FC236}">
                <a16:creationId xmlns:a16="http://schemas.microsoft.com/office/drawing/2014/main" id="{A8FE2053-D59D-4FB0-92A8-69E23678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Abra Cargo.toml e src/main.rs</a:t>
            </a:r>
          </a:p>
        </p:txBody>
      </p:sp>
      <p:sp>
        <p:nvSpPr>
          <p:cNvPr id="10" name="p79-265">
            <a:extLst xmlns:a="http://schemas.openxmlformats.org/drawingml/2006/main">
              <a:ext uri="{FF2B5EF4-FFF2-40B4-BE49-F238E27FC236}">
                <a16:creationId xmlns:a16="http://schemas.microsoft.com/office/drawing/2014/main" id="{1AA440ED-A103-436B-9B2F-6D384D2D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4347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Execute cargo run dentro do pacote</a:t>
            </a:r>
          </a:p>
        </p:txBody>
      </p:sp>
      <p:sp>
        <p:nvSpPr>
          <p:cNvPr id="11" name="p79-266">
            <a:extLst xmlns:a="http://schemas.openxmlformats.org/drawingml/2006/main">
              <a:ext uri="{FF2B5EF4-FFF2-40B4-BE49-F238E27FC236}">
                <a16:creationId xmlns:a16="http://schemas.microsoft.com/office/drawing/2014/main" id="{AD1282CE-5339-40DB-B002-9558CAA5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267">
            <a:extLst xmlns:a="http://schemas.openxmlformats.org/drawingml/2006/main">
              <a:ext uri="{FF2B5EF4-FFF2-40B4-BE49-F238E27FC236}">
                <a16:creationId xmlns:a16="http://schemas.microsoft.com/office/drawing/2014/main" id="{34B68AFD-75EB-43F4-A89A-91DE6F7F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3" name="p79-268">
            <a:extLst xmlns:a="http://schemas.openxmlformats.org/drawingml/2006/main">
              <a:ext uri="{FF2B5EF4-FFF2-40B4-BE49-F238E27FC236}">
                <a16:creationId xmlns:a16="http://schemas.microsoft.com/office/drawing/2014/main" id="{37389D1A-8C1C-4EAC-B4A3-ABC55B53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640962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79-269">
            <a:extLst xmlns:a="http://schemas.openxmlformats.org/drawingml/2006/main">
              <a:ext uri="{FF2B5EF4-FFF2-40B4-BE49-F238E27FC236}">
                <a16:creationId xmlns:a16="http://schemas.microsoft.com/office/drawing/2014/main" id="{CE5EF361-79EB-4396-88FF-4F104411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270">
            <a:extLst xmlns:a="http://schemas.openxmlformats.org/drawingml/2006/main">
              <a:ext uri="{FF2B5EF4-FFF2-40B4-BE49-F238E27FC236}">
                <a16:creationId xmlns:a16="http://schemas.microsoft.com/office/drawing/2014/main" id="{6BAC7203-E616-430F-98D5-834F9CB8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1 — Preparar o ambiente e começar o pacote</a:t>
            </a:r>
          </a:p>
        </p:txBody>
      </p:sp>
      <p:sp>
        <p:nvSpPr>
          <p:cNvPr id="3" name="p79-271">
            <a:extLst xmlns:a="http://schemas.openxmlformats.org/drawingml/2006/main">
              <a:ext uri="{FF2B5EF4-FFF2-40B4-BE49-F238E27FC236}">
                <a16:creationId xmlns:a16="http://schemas.microsoft.com/office/drawing/2014/main" id="{B1BC451D-AD1B-4116-9A1B-93709FCA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2 — Manifesto, bibliotecas e símbolos, R02</a:t>
            </a:r>
          </a:p>
        </p:txBody>
      </p:sp>
      <p:sp>
        <p:nvSpPr>
          <p:cNvPr id="4" name="p79-272">
            <a:extLst xmlns:a="http://schemas.openxmlformats.org/drawingml/2006/main">
              <a:ext uri="{FF2B5EF4-FFF2-40B4-BE49-F238E27FC236}">
                <a16:creationId xmlns:a16="http://schemas.microsoft.com/office/drawing/2014/main" id="{5355B093-D734-425C-B4D7-4955DFEB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Cargo.toml descreve o pacote</a:t>
            </a:r>
          </a:p>
        </p:txBody>
      </p:sp>
      <p:sp>
        <p:nvSpPr>
          <p:cNvPr id="5" name="p79-273">
            <a:extLst xmlns:a="http://schemas.openxmlformats.org/drawingml/2006/main">
              <a:ext uri="{FF2B5EF4-FFF2-40B4-BE49-F238E27FC236}">
                <a16:creationId xmlns:a16="http://schemas.microsoft.com/office/drawing/2014/main" id="{090E03D9-0794-48EB-BCE2-03F942A2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19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274">
            <a:extLst xmlns:a="http://schemas.openxmlformats.org/drawingml/2006/main">
              <a:ext uri="{FF2B5EF4-FFF2-40B4-BE49-F238E27FC236}">
                <a16:creationId xmlns:a16="http://schemas.microsoft.com/office/drawing/2014/main" id="{B97924ED-7C9F-44AB-B1E0-89876D9B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57531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[package]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name = "mqtt-broker"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version = "0.3.0"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edition = "2024"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[dependencies]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# Dependências completas no guia R02</a:t>
            </a:r>
          </a:p>
        </p:txBody>
      </p:sp>
      <p:sp>
        <p:nvSpPr>
          <p:cNvPr id="7" name="p79-275">
            <a:extLst xmlns:a="http://schemas.openxmlformats.org/drawingml/2006/main">
              <a:ext uri="{FF2B5EF4-FFF2-40B4-BE49-F238E27FC236}">
                <a16:creationId xmlns:a16="http://schemas.microsoft.com/office/drawing/2014/main" id="{83E67CEF-5186-4ED6-86A4-EA193C93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TOML organiza campos e seções</a:t>
            </a:r>
          </a:p>
        </p:txBody>
      </p:sp>
      <p:sp>
        <p:nvSpPr>
          <p:cNvPr id="8" name="p79-276">
            <a:extLst xmlns:a="http://schemas.openxmlformats.org/drawingml/2006/main">
              <a:ext uri="{FF2B5EF4-FFF2-40B4-BE49-F238E27FC236}">
                <a16:creationId xmlns:a16="http://schemas.microsoft.com/office/drawing/2014/main" id="{FEF85906-EAC2-4FAB-BDB9-71B37F4C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623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Cargo.lock registra versões resolvidas</a:t>
            </a:r>
          </a:p>
        </p:txBody>
      </p:sp>
      <p:sp>
        <p:nvSpPr>
          <p:cNvPr id="9" name="p79-277">
            <a:extLst xmlns:a="http://schemas.openxmlformats.org/drawingml/2006/main">
              <a:ext uri="{FF2B5EF4-FFF2-40B4-BE49-F238E27FC236}">
                <a16:creationId xmlns:a16="http://schemas.microsoft.com/office/drawing/2014/main" id="{82B54ED7-51B6-49DA-BF76-BB7CE083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Crate é uma unidade de código distribuída</a:t>
            </a:r>
          </a:p>
        </p:txBody>
      </p:sp>
      <p:sp>
        <p:nvSpPr>
          <p:cNvPr id="10" name="p79-278">
            <a:extLst xmlns:a="http://schemas.openxmlformats.org/drawingml/2006/main">
              <a:ext uri="{FF2B5EF4-FFF2-40B4-BE49-F238E27FC236}">
                <a16:creationId xmlns:a16="http://schemas.microsoft.com/office/drawing/2014/main" id="{0944915C-CC45-451C-BFBE-7FE6CE0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4347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Features habilitam recursos de uma crate</a:t>
            </a:r>
          </a:p>
        </p:txBody>
      </p:sp>
      <p:sp>
        <p:nvSpPr>
          <p:cNvPr id="11" name="p79-279">
            <a:extLst xmlns:a="http://schemas.openxmlformats.org/drawingml/2006/main">
              <a:ext uri="{FF2B5EF4-FFF2-40B4-BE49-F238E27FC236}">
                <a16:creationId xmlns:a16="http://schemas.microsoft.com/office/drawing/2014/main" id="{D8507A45-ADAF-48F7-96D9-6A495915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280">
            <a:extLst xmlns:a="http://schemas.openxmlformats.org/drawingml/2006/main">
              <a:ext uri="{FF2B5EF4-FFF2-40B4-BE49-F238E27FC236}">
                <a16:creationId xmlns:a16="http://schemas.microsoft.com/office/drawing/2014/main" id="{2D63979F-C029-4F49-BFF2-D62F4A28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3" name="p79-281">
            <a:extLst xmlns:a="http://schemas.openxmlformats.org/drawingml/2006/main">
              <a:ext uri="{FF2B5EF4-FFF2-40B4-BE49-F238E27FC236}">
                <a16:creationId xmlns:a16="http://schemas.microsoft.com/office/drawing/2014/main" id="{9F74B004-BD61-4113-8B3E-14480F7E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738299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E6691-0B1D-476D-A383-5EA0D48D58B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232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FC7F0-F37E-47FA-BCE7-1B8BF986CC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402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0" name="p79-282">
            <a:extLst xmlns:a="http://schemas.openxmlformats.org/drawingml/2006/main">
              <a:ext uri="{FF2B5EF4-FFF2-40B4-BE49-F238E27FC236}">
                <a16:creationId xmlns:a16="http://schemas.microsoft.com/office/drawing/2014/main" id="{95BA4C2F-EB82-42BF-99A2-171B0DC1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283">
            <a:extLst xmlns:a="http://schemas.openxmlformats.org/drawingml/2006/main">
              <a:ext uri="{FF2B5EF4-FFF2-40B4-BE49-F238E27FC236}">
                <a16:creationId xmlns:a16="http://schemas.microsoft.com/office/drawing/2014/main" id="{04DDC8F3-B5A2-4599-B008-C4D4BAF6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2 — Construir os componentes de infraestrutura</a:t>
            </a:r>
          </a:p>
        </p:txBody>
      </p:sp>
      <p:sp>
        <p:nvSpPr>
          <p:cNvPr id="3" name="p79-284">
            <a:extLst xmlns:a="http://schemas.openxmlformats.org/drawingml/2006/main">
              <a:ext uri="{FF2B5EF4-FFF2-40B4-BE49-F238E27FC236}">
                <a16:creationId xmlns:a16="http://schemas.microsoft.com/office/drawing/2014/main" id="{D21DDEE6-172A-44CD-9B80-B87B3D37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Aulas 3 a 5</a:t>
            </a:r>
          </a:p>
        </p:txBody>
      </p:sp>
      <p:sp>
        <p:nvSpPr>
          <p:cNvPr id="4" name="p79-285">
            <a:extLst xmlns:a="http://schemas.openxmlformats.org/drawingml/2006/main">
              <a:ext uri="{FF2B5EF4-FFF2-40B4-BE49-F238E27FC236}">
                <a16:creationId xmlns:a16="http://schemas.microsoft.com/office/drawing/2014/main" id="{AAA78457-0E09-47E7-A109-D3740F65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Persistência, segurança e transporte</a:t>
            </a:r>
          </a:p>
        </p:txBody>
      </p:sp>
      <p:sp>
        <p:nvSpPr>
          <p:cNvPr id="5" name="p79-286">
            <a:extLst xmlns:a="http://schemas.openxmlformats.org/drawingml/2006/main">
              <a:ext uri="{FF2B5EF4-FFF2-40B4-BE49-F238E27FC236}">
                <a16:creationId xmlns:a16="http://schemas.microsoft.com/office/drawing/2014/main" id="{B338E976-8C73-4A3C-9713-3ADA20AD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4544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287">
            <a:extLst xmlns:a="http://schemas.openxmlformats.org/drawingml/2006/main">
              <a:ext uri="{FF2B5EF4-FFF2-40B4-BE49-F238E27FC236}">
                <a16:creationId xmlns:a16="http://schemas.microsoft.com/office/drawing/2014/main" id="{71C4A261-B73C-4156-BE80-372FEBA2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18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288">
            <a:extLst xmlns:a="http://schemas.openxmlformats.org/drawingml/2006/main">
              <a:ext uri="{FF2B5EF4-FFF2-40B4-BE49-F238E27FC236}">
                <a16:creationId xmlns:a16="http://schemas.microsoft.com/office/drawing/2014/main" id="{57E67BFC-A10D-4E3B-B01D-43E5986A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3187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R03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Disco e ator</a:t>
            </a:r>
          </a:p>
        </p:txBody>
      </p:sp>
      <p:sp>
        <p:nvSpPr>
          <p:cNvPr id="8" name="p79-289">
            <a:extLst xmlns:a="http://schemas.openxmlformats.org/drawingml/2006/main">
              <a:ext uri="{FF2B5EF4-FFF2-40B4-BE49-F238E27FC236}">
                <a16:creationId xmlns:a16="http://schemas.microsoft.com/office/drawing/2014/main" id="{E86991A2-7D11-4381-B24E-30B6828C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67000"/>
            <a:ext cx="34544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290">
            <a:extLst xmlns:a="http://schemas.openxmlformats.org/drawingml/2006/main">
              <a:ext uri="{FF2B5EF4-FFF2-40B4-BE49-F238E27FC236}">
                <a16:creationId xmlns:a16="http://schemas.microsoft.com/office/drawing/2014/main" id="{488889B5-28CF-414D-82E7-F0A749DB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857500"/>
            <a:ext cx="318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291">
            <a:extLst xmlns:a="http://schemas.openxmlformats.org/drawingml/2006/main">
              <a:ext uri="{FF2B5EF4-FFF2-40B4-BE49-F238E27FC236}">
                <a16:creationId xmlns:a16="http://schemas.microsoft.com/office/drawing/2014/main" id="{F63756FE-8F39-4F61-A01F-A527B8F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276600"/>
            <a:ext cx="3187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R04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Identidade e ACL</a:t>
            </a:r>
          </a:p>
        </p:txBody>
      </p:sp>
      <p:sp>
        <p:nvSpPr>
          <p:cNvPr id="11" name="p79-292">
            <a:extLst xmlns:a="http://schemas.openxmlformats.org/drawingml/2006/main">
              <a:ext uri="{FF2B5EF4-FFF2-40B4-BE49-F238E27FC236}">
                <a16:creationId xmlns:a16="http://schemas.microsoft.com/office/drawing/2014/main" id="{621FF926-F95E-4DF1-8A87-0919886C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67000"/>
            <a:ext cx="34544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293">
            <a:extLst xmlns:a="http://schemas.openxmlformats.org/drawingml/2006/main">
              <a:ext uri="{FF2B5EF4-FFF2-40B4-BE49-F238E27FC236}">
                <a16:creationId xmlns:a16="http://schemas.microsoft.com/office/drawing/2014/main" id="{6A5A30B3-6F4F-4858-930F-FA63D927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857500"/>
            <a:ext cx="318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294">
            <a:extLst xmlns:a="http://schemas.openxmlformats.org/drawingml/2006/main">
              <a:ext uri="{FF2B5EF4-FFF2-40B4-BE49-F238E27FC236}">
                <a16:creationId xmlns:a16="http://schemas.microsoft.com/office/drawing/2014/main" id="{1D07F1F4-BC07-400B-AAC2-6D31A9B3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276600"/>
            <a:ext cx="3187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R05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Conexões e TLS</a:t>
            </a:r>
          </a:p>
        </p:txBody>
      </p:sp>
      <p:sp>
        <p:nvSpPr>
          <p:cNvPr id="16" name="p79-295">
            <a:extLst xmlns:a="http://schemas.openxmlformats.org/drawingml/2006/main">
              <a:ext uri="{FF2B5EF4-FFF2-40B4-BE49-F238E27FC236}">
                <a16:creationId xmlns:a16="http://schemas.microsoft.com/office/drawing/2014/main" id="{062AAD44-6A81-4542-B994-0F32940D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 infraestrutura será utilizada pelo núcleo MQTT na próxima seção</a:t>
            </a:r>
          </a:p>
        </p:txBody>
      </p:sp>
      <p:sp>
        <p:nvSpPr>
          <p:cNvPr id="17" name="p79-296">
            <a:extLst xmlns:a="http://schemas.openxmlformats.org/drawingml/2006/main">
              <a:ext uri="{FF2B5EF4-FFF2-40B4-BE49-F238E27FC236}">
                <a16:creationId xmlns:a16="http://schemas.microsoft.com/office/drawing/2014/main" id="{88D32156-161A-4AD1-9DAC-1196714B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297">
            <a:extLst xmlns:a="http://schemas.openxmlformats.org/drawingml/2006/main">
              <a:ext uri="{FF2B5EF4-FFF2-40B4-BE49-F238E27FC236}">
                <a16:creationId xmlns:a16="http://schemas.microsoft.com/office/drawing/2014/main" id="{E3BF6F21-56DF-4D05-B95D-6A96E308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9" name="p79-298">
            <a:extLst xmlns:a="http://schemas.openxmlformats.org/drawingml/2006/main">
              <a:ext uri="{FF2B5EF4-FFF2-40B4-BE49-F238E27FC236}">
                <a16:creationId xmlns:a16="http://schemas.microsoft.com/office/drawing/2014/main" id="{94998633-4BC9-426D-8E58-82BAE104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633043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5C88AF-C366-4F4F-9778-8DFBDBAE27C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964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FC628-6B1B-45A8-8AA2-47CBABE12EB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866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6FA65-5A03-4862-80B1-98ED493137F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768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D60E56-F9F8-4B8E-8815-297EFC60F57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8" name="p79-299">
            <a:extLst xmlns:a="http://schemas.openxmlformats.org/drawingml/2006/main">
              <a:ext uri="{FF2B5EF4-FFF2-40B4-BE49-F238E27FC236}">
                <a16:creationId xmlns:a16="http://schemas.microsoft.com/office/drawing/2014/main" id="{1D994E59-819D-4B14-80F9-5E9FF5F9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300">
            <a:extLst xmlns:a="http://schemas.openxmlformats.org/drawingml/2006/main">
              <a:ext uri="{FF2B5EF4-FFF2-40B4-BE49-F238E27FC236}">
                <a16:creationId xmlns:a16="http://schemas.microsoft.com/office/drawing/2014/main" id="{9B642AF9-B617-4C9D-BCFC-B913A0DB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2 — Construir os componentes de infraestrutura</a:t>
            </a:r>
          </a:p>
        </p:txBody>
      </p:sp>
      <p:sp>
        <p:nvSpPr>
          <p:cNvPr id="3" name="p79-301">
            <a:extLst xmlns:a="http://schemas.openxmlformats.org/drawingml/2006/main">
              <a:ext uri="{FF2B5EF4-FFF2-40B4-BE49-F238E27FC236}">
                <a16:creationId xmlns:a16="http://schemas.microsoft.com/office/drawing/2014/main" id="{308648BE-EF4E-4DE7-AD0E-3FC80EF0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3 — Persistência e ator, R03</a:t>
            </a:r>
          </a:p>
        </p:txBody>
      </p:sp>
      <p:sp>
        <p:nvSpPr>
          <p:cNvPr id="4" name="p79-302">
            <a:extLst xmlns:a="http://schemas.openxmlformats.org/drawingml/2006/main">
              <a:ext uri="{FF2B5EF4-FFF2-40B4-BE49-F238E27FC236}">
                <a16:creationId xmlns:a16="http://schemas.microsoft.com/office/drawing/2014/main" id="{8685CD98-7828-4581-8CCF-582ADEEE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Gravação durável com um escritor</a:t>
            </a:r>
          </a:p>
        </p:txBody>
      </p:sp>
      <p:sp>
        <p:nvSpPr>
          <p:cNvPr id="5" name="p79-303">
            <a:extLst xmlns:a="http://schemas.openxmlformats.org/drawingml/2006/main">
              <a:ext uri="{FF2B5EF4-FFF2-40B4-BE49-F238E27FC236}">
                <a16:creationId xmlns:a16="http://schemas.microsoft.com/office/drawing/2014/main" id="{0BD64D29-408F-426D-97D6-E58EF077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304">
            <a:extLst xmlns:a="http://schemas.openxmlformats.org/drawingml/2006/main">
              <a:ext uri="{FF2B5EF4-FFF2-40B4-BE49-F238E27FC236}">
                <a16:creationId xmlns:a16="http://schemas.microsoft.com/office/drawing/2014/main" id="{CA0247CB-C6E6-4166-8D5B-B1FBE0A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305">
            <a:extLst xmlns:a="http://schemas.openxmlformats.org/drawingml/2006/main">
              <a:ext uri="{FF2B5EF4-FFF2-40B4-BE49-F238E27FC236}">
                <a16:creationId xmlns:a16="http://schemas.microsoft.com/office/drawing/2014/main" id="{FCFB9166-31C1-4025-93B5-6AEACCAF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Pedido de gravação</a:t>
            </a:r>
          </a:p>
        </p:txBody>
      </p:sp>
      <p:sp>
        <p:nvSpPr>
          <p:cNvPr id="8" name="p79-306">
            <a:extLst xmlns:a="http://schemas.openxmlformats.org/drawingml/2006/main">
              <a:ext uri="{FF2B5EF4-FFF2-40B4-BE49-F238E27FC236}">
                <a16:creationId xmlns:a16="http://schemas.microsoft.com/office/drawing/2014/main" id="{99572FCB-29B3-4AB6-9B1D-DB15EE7B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307">
            <a:extLst xmlns:a="http://schemas.openxmlformats.org/drawingml/2006/main">
              <a:ext uri="{FF2B5EF4-FFF2-40B4-BE49-F238E27FC236}">
                <a16:creationId xmlns:a16="http://schemas.microsoft.com/office/drawing/2014/main" id="{F5217536-143F-454B-A1F9-AD15FE60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308">
            <a:extLst xmlns:a="http://schemas.openxmlformats.org/drawingml/2006/main">
              <a:ext uri="{FF2B5EF4-FFF2-40B4-BE49-F238E27FC236}">
                <a16:creationId xmlns:a16="http://schemas.microsoft.com/office/drawing/2014/main" id="{F7E1AD25-654E-406A-9453-AB824726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Fila limitada</a:t>
            </a:r>
          </a:p>
        </p:txBody>
      </p:sp>
      <p:sp>
        <p:nvSpPr>
          <p:cNvPr id="11" name="p79-309">
            <a:extLst xmlns:a="http://schemas.openxmlformats.org/drawingml/2006/main">
              <a:ext uri="{FF2B5EF4-FFF2-40B4-BE49-F238E27FC236}">
                <a16:creationId xmlns:a16="http://schemas.microsoft.com/office/drawing/2014/main" id="{CEA61676-4AC7-42F7-BD46-A5207DBB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310">
            <a:extLst xmlns:a="http://schemas.openxmlformats.org/drawingml/2006/main">
              <a:ext uri="{FF2B5EF4-FFF2-40B4-BE49-F238E27FC236}">
                <a16:creationId xmlns:a16="http://schemas.microsoft.com/office/drawing/2014/main" id="{EAC75721-2228-4BF2-8245-2DEA172F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311">
            <a:extLst xmlns:a="http://schemas.openxmlformats.org/drawingml/2006/main">
              <a:ext uri="{FF2B5EF4-FFF2-40B4-BE49-F238E27FC236}">
                <a16:creationId xmlns:a16="http://schemas.microsoft.com/office/drawing/2014/main" id="{03A09035-4537-4D63-AF1A-ADD69E9C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Ator escritor</a:t>
            </a:r>
          </a:p>
        </p:txBody>
      </p:sp>
      <p:sp>
        <p:nvSpPr>
          <p:cNvPr id="14" name="p79-312">
            <a:extLst xmlns:a="http://schemas.openxmlformats.org/drawingml/2006/main">
              <a:ext uri="{FF2B5EF4-FFF2-40B4-BE49-F238E27FC236}">
                <a16:creationId xmlns:a16="http://schemas.microsoft.com/office/drawing/2014/main" id="{2DCB769E-4334-42A0-8599-91177AE9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313">
            <a:extLst xmlns:a="http://schemas.openxmlformats.org/drawingml/2006/main">
              <a:ext uri="{FF2B5EF4-FFF2-40B4-BE49-F238E27FC236}">
                <a16:creationId xmlns:a16="http://schemas.microsoft.com/office/drawing/2014/main" id="{84B49430-F7E4-4BB5-B066-F6C6C392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314">
            <a:extLst xmlns:a="http://schemas.openxmlformats.org/drawingml/2006/main">
              <a:ext uri="{FF2B5EF4-FFF2-40B4-BE49-F238E27FC236}">
                <a16:creationId xmlns:a16="http://schemas.microsoft.com/office/drawing/2014/main" id="{EA0BA70B-42A2-4DF1-AB38-565C6267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WAL / snapshot</a:t>
            </a:r>
          </a:p>
        </p:txBody>
      </p:sp>
      <p:sp>
        <p:nvSpPr>
          <p:cNvPr id="17" name="p79-315">
            <a:extLst xmlns:a="http://schemas.openxmlformats.org/drawingml/2006/main">
              <a:ext uri="{FF2B5EF4-FFF2-40B4-BE49-F238E27FC236}">
                <a16:creationId xmlns:a16="http://schemas.microsoft.com/office/drawing/2014/main" id="{185D9756-4E47-44AE-B31B-1B2404D8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316">
            <a:extLst xmlns:a="http://schemas.openxmlformats.org/drawingml/2006/main">
              <a:ext uri="{FF2B5EF4-FFF2-40B4-BE49-F238E27FC236}">
                <a16:creationId xmlns:a16="http://schemas.microsoft.com/office/drawing/2014/main" id="{9D879C86-84C3-4BEE-A984-44CFD5B7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79-317">
            <a:extLst xmlns:a="http://schemas.openxmlformats.org/drawingml/2006/main">
              <a:ext uri="{FF2B5EF4-FFF2-40B4-BE49-F238E27FC236}">
                <a16:creationId xmlns:a16="http://schemas.microsoft.com/office/drawing/2014/main" id="{DFB7563D-A7D1-48D1-BC64-02CB93F9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Resposta de commit</a:t>
            </a:r>
          </a:p>
        </p:txBody>
      </p:sp>
      <p:sp>
        <p:nvSpPr>
          <p:cNvPr id="24" name="p79-318">
            <a:extLst xmlns:a="http://schemas.openxmlformats.org/drawingml/2006/main">
              <a:ext uri="{FF2B5EF4-FFF2-40B4-BE49-F238E27FC236}">
                <a16:creationId xmlns:a16="http://schemas.microsoft.com/office/drawing/2014/main" id="{CF635F3D-104B-40ED-B48F-2AAFF033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WAL registra operações. Snapshot guarda uma imagem do estado.</a:t>
            </a:r>
          </a:p>
        </p:txBody>
      </p:sp>
      <p:sp>
        <p:nvSpPr>
          <p:cNvPr id="25" name="p79-319">
            <a:extLst xmlns:a="http://schemas.openxmlformats.org/drawingml/2006/main">
              <a:ext uri="{FF2B5EF4-FFF2-40B4-BE49-F238E27FC236}">
                <a16:creationId xmlns:a16="http://schemas.microsoft.com/office/drawing/2014/main" id="{6E562AD7-7870-42E9-BC4E-287D0B3E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79-320">
            <a:extLst xmlns:a="http://schemas.openxmlformats.org/drawingml/2006/main">
              <a:ext uri="{FF2B5EF4-FFF2-40B4-BE49-F238E27FC236}">
                <a16:creationId xmlns:a16="http://schemas.microsoft.com/office/drawing/2014/main" id="{FCB0BB08-C4EB-4DDA-9529-162A5478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7" name="p79-321">
            <a:extLst xmlns:a="http://schemas.openxmlformats.org/drawingml/2006/main">
              <a:ext uri="{FF2B5EF4-FFF2-40B4-BE49-F238E27FC236}">
                <a16:creationId xmlns:a16="http://schemas.microsoft.com/office/drawing/2014/main" id="{B3C33869-7B51-44AB-8481-8922D09C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68526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902E2B-A8D6-4996-B453-C840F1597A2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964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F55DC-DAC7-42B2-AAA1-7B588BE49B4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866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CCA4B-3856-4B95-A993-DC93FDF0A7A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768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AF53A5-53DD-4765-89C8-208AA4D56A0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8" name="p79-322">
            <a:extLst xmlns:a="http://schemas.openxmlformats.org/drawingml/2006/main">
              <a:ext uri="{FF2B5EF4-FFF2-40B4-BE49-F238E27FC236}">
                <a16:creationId xmlns:a16="http://schemas.microsoft.com/office/drawing/2014/main" id="{4E21A178-1745-4E3D-9327-A6B6243E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323">
            <a:extLst xmlns:a="http://schemas.openxmlformats.org/drawingml/2006/main">
              <a:ext uri="{FF2B5EF4-FFF2-40B4-BE49-F238E27FC236}">
                <a16:creationId xmlns:a16="http://schemas.microsoft.com/office/drawing/2014/main" id="{0DB052B7-274A-4132-B4FB-4145C7DC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2 — Construir os componentes de infraestrutura</a:t>
            </a:r>
          </a:p>
        </p:txBody>
      </p:sp>
      <p:sp>
        <p:nvSpPr>
          <p:cNvPr id="3" name="p79-324">
            <a:extLst xmlns:a="http://schemas.openxmlformats.org/drawingml/2006/main">
              <a:ext uri="{FF2B5EF4-FFF2-40B4-BE49-F238E27FC236}">
                <a16:creationId xmlns:a16="http://schemas.microsoft.com/office/drawing/2014/main" id="{CB3DC7D4-6FDF-4EC2-B4C2-720099EA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4 — Autenticação e ACL, R04</a:t>
            </a:r>
          </a:p>
        </p:txBody>
      </p:sp>
      <p:sp>
        <p:nvSpPr>
          <p:cNvPr id="4" name="p79-325">
            <a:extLst xmlns:a="http://schemas.openxmlformats.org/drawingml/2006/main">
              <a:ext uri="{FF2B5EF4-FFF2-40B4-BE49-F238E27FC236}">
                <a16:creationId xmlns:a16="http://schemas.microsoft.com/office/drawing/2014/main" id="{ED4A9107-E895-4756-9BA4-63105B78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Identidade e permissão são verificações distintas</a:t>
            </a:r>
          </a:p>
        </p:txBody>
      </p:sp>
      <p:sp>
        <p:nvSpPr>
          <p:cNvPr id="5" name="p79-326">
            <a:extLst xmlns:a="http://schemas.openxmlformats.org/drawingml/2006/main">
              <a:ext uri="{FF2B5EF4-FFF2-40B4-BE49-F238E27FC236}">
                <a16:creationId xmlns:a16="http://schemas.microsoft.com/office/drawing/2014/main" id="{8651DE49-674F-4582-A575-A00A8709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327">
            <a:extLst xmlns:a="http://schemas.openxmlformats.org/drawingml/2006/main">
              <a:ext uri="{FF2B5EF4-FFF2-40B4-BE49-F238E27FC236}">
                <a16:creationId xmlns:a16="http://schemas.microsoft.com/office/drawing/2014/main" id="{EC8E02FA-875C-499B-AAC6-75BF78D3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328">
            <a:extLst xmlns:a="http://schemas.openxmlformats.org/drawingml/2006/main">
              <a:ext uri="{FF2B5EF4-FFF2-40B4-BE49-F238E27FC236}">
                <a16:creationId xmlns:a16="http://schemas.microsoft.com/office/drawing/2014/main" id="{0943E113-FDA2-46FF-BB21-DE0A3A8A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Credenciais</a:t>
            </a:r>
          </a:p>
        </p:txBody>
      </p:sp>
      <p:sp>
        <p:nvSpPr>
          <p:cNvPr id="8" name="p79-329">
            <a:extLst xmlns:a="http://schemas.openxmlformats.org/drawingml/2006/main">
              <a:ext uri="{FF2B5EF4-FFF2-40B4-BE49-F238E27FC236}">
                <a16:creationId xmlns:a16="http://schemas.microsoft.com/office/drawing/2014/main" id="{9F986D33-D207-450F-B57D-B1AC8BEE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330">
            <a:extLst xmlns:a="http://schemas.openxmlformats.org/drawingml/2006/main">
              <a:ext uri="{FF2B5EF4-FFF2-40B4-BE49-F238E27FC236}">
                <a16:creationId xmlns:a16="http://schemas.microsoft.com/office/drawing/2014/main" id="{E62141BE-1ECF-4D19-BADB-F4DB4017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331">
            <a:extLst xmlns:a="http://schemas.openxmlformats.org/drawingml/2006/main">
              <a:ext uri="{FF2B5EF4-FFF2-40B4-BE49-F238E27FC236}">
                <a16:creationId xmlns:a16="http://schemas.microsoft.com/office/drawing/2014/main" id="{F933DBB6-B027-429F-B9A6-BAAAC81D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Autenticação</a:t>
            </a:r>
          </a:p>
        </p:txBody>
      </p:sp>
      <p:sp>
        <p:nvSpPr>
          <p:cNvPr id="11" name="p79-332">
            <a:extLst xmlns:a="http://schemas.openxmlformats.org/drawingml/2006/main">
              <a:ext uri="{FF2B5EF4-FFF2-40B4-BE49-F238E27FC236}">
                <a16:creationId xmlns:a16="http://schemas.microsoft.com/office/drawing/2014/main" id="{9FF64623-50C0-4BFD-94BC-E82958B4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333">
            <a:extLst xmlns:a="http://schemas.openxmlformats.org/drawingml/2006/main">
              <a:ext uri="{FF2B5EF4-FFF2-40B4-BE49-F238E27FC236}">
                <a16:creationId xmlns:a16="http://schemas.microsoft.com/office/drawing/2014/main" id="{D637E8B5-065B-4A3A-BD70-C92A06FB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334">
            <a:extLst xmlns:a="http://schemas.openxmlformats.org/drawingml/2006/main">
              <a:ext uri="{FF2B5EF4-FFF2-40B4-BE49-F238E27FC236}">
                <a16:creationId xmlns:a16="http://schemas.microsoft.com/office/drawing/2014/main" id="{FD96867C-4FD5-4695-BBA8-9D3D869E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Identidade</a:t>
            </a:r>
          </a:p>
        </p:txBody>
      </p:sp>
      <p:sp>
        <p:nvSpPr>
          <p:cNvPr id="14" name="p79-335">
            <a:extLst xmlns:a="http://schemas.openxmlformats.org/drawingml/2006/main">
              <a:ext uri="{FF2B5EF4-FFF2-40B4-BE49-F238E27FC236}">
                <a16:creationId xmlns:a16="http://schemas.microsoft.com/office/drawing/2014/main" id="{B1C39792-B639-4475-9B74-DD326DC2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336">
            <a:extLst xmlns:a="http://schemas.openxmlformats.org/drawingml/2006/main">
              <a:ext uri="{FF2B5EF4-FFF2-40B4-BE49-F238E27FC236}">
                <a16:creationId xmlns:a16="http://schemas.microsoft.com/office/drawing/2014/main" id="{346FD4EB-FC62-4663-9B44-04553595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337">
            <a:extLst xmlns:a="http://schemas.openxmlformats.org/drawingml/2006/main">
              <a:ext uri="{FF2B5EF4-FFF2-40B4-BE49-F238E27FC236}">
                <a16:creationId xmlns:a16="http://schemas.microsoft.com/office/drawing/2014/main" id="{C7052DDA-2054-42CB-9DF4-C824885D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ACL</a:t>
            </a:r>
          </a:p>
        </p:txBody>
      </p:sp>
      <p:sp>
        <p:nvSpPr>
          <p:cNvPr id="17" name="p79-338">
            <a:extLst xmlns:a="http://schemas.openxmlformats.org/drawingml/2006/main">
              <a:ext uri="{FF2B5EF4-FFF2-40B4-BE49-F238E27FC236}">
                <a16:creationId xmlns:a16="http://schemas.microsoft.com/office/drawing/2014/main" id="{B335C81E-63B8-4459-801E-8E640C0E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339">
            <a:extLst xmlns:a="http://schemas.openxmlformats.org/drawingml/2006/main">
              <a:ext uri="{FF2B5EF4-FFF2-40B4-BE49-F238E27FC236}">
                <a16:creationId xmlns:a16="http://schemas.microsoft.com/office/drawing/2014/main" id="{12EB2AE2-DFC8-4195-BC7D-91DAC653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79-340">
            <a:extLst xmlns:a="http://schemas.openxmlformats.org/drawingml/2006/main">
              <a:ext uri="{FF2B5EF4-FFF2-40B4-BE49-F238E27FC236}">
                <a16:creationId xmlns:a16="http://schemas.microsoft.com/office/drawing/2014/main" id="{86275137-F793-4F78-92C5-EEBF1348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Permissão no tópico</a:t>
            </a:r>
          </a:p>
        </p:txBody>
      </p:sp>
      <p:sp>
        <p:nvSpPr>
          <p:cNvPr id="24" name="p79-341">
            <a:extLst xmlns:a="http://schemas.openxmlformats.org/drawingml/2006/main">
              <a:ext uri="{FF2B5EF4-FFF2-40B4-BE49-F238E27FC236}">
                <a16:creationId xmlns:a16="http://schemas.microsoft.com/office/drawing/2014/main" id="{B016B9DC-8B93-491E-9E7F-8CEECEDF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ACL significa lista de controle de acesso. A regra padrão recusa acessos não concedidos.</a:t>
            </a:r>
          </a:p>
        </p:txBody>
      </p:sp>
      <p:sp>
        <p:nvSpPr>
          <p:cNvPr id="25" name="p79-342">
            <a:extLst xmlns:a="http://schemas.openxmlformats.org/drawingml/2006/main">
              <a:ext uri="{FF2B5EF4-FFF2-40B4-BE49-F238E27FC236}">
                <a16:creationId xmlns:a16="http://schemas.microsoft.com/office/drawing/2014/main" id="{624FD9C7-B384-4DE6-80CC-0C65F406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79-343">
            <a:extLst xmlns:a="http://schemas.openxmlformats.org/drawingml/2006/main">
              <a:ext uri="{FF2B5EF4-FFF2-40B4-BE49-F238E27FC236}">
                <a16:creationId xmlns:a16="http://schemas.microsoft.com/office/drawing/2014/main" id="{43149499-BD86-457F-972F-570A24F3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7" name="p79-344">
            <a:extLst xmlns:a="http://schemas.openxmlformats.org/drawingml/2006/main">
              <a:ext uri="{FF2B5EF4-FFF2-40B4-BE49-F238E27FC236}">
                <a16:creationId xmlns:a16="http://schemas.microsoft.com/office/drawing/2014/main" id="{B5DD9821-7B88-4B43-BE4D-9D8424AE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313477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2BE7E-3059-413D-984E-242EC3231A55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964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E124F-C420-44AE-8075-221D40A1C3DA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866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5FA27-216E-42EA-949D-4F2D12A0C9D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768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F7086-8DFA-448B-AB95-4E090A8B35F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8" name="p79-345">
            <a:extLst xmlns:a="http://schemas.openxmlformats.org/drawingml/2006/main">
              <a:ext uri="{FF2B5EF4-FFF2-40B4-BE49-F238E27FC236}">
                <a16:creationId xmlns:a16="http://schemas.microsoft.com/office/drawing/2014/main" id="{716C0BB8-F1DD-4908-AB8B-F77875FF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346">
            <a:extLst xmlns:a="http://schemas.openxmlformats.org/drawingml/2006/main">
              <a:ext uri="{FF2B5EF4-FFF2-40B4-BE49-F238E27FC236}">
                <a16:creationId xmlns:a16="http://schemas.microsoft.com/office/drawing/2014/main" id="{E1FAAC64-9435-4161-B965-6B525C08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2 — Construir os componentes de infraestrutura</a:t>
            </a:r>
          </a:p>
        </p:txBody>
      </p:sp>
      <p:sp>
        <p:nvSpPr>
          <p:cNvPr id="3" name="p79-347">
            <a:extLst xmlns:a="http://schemas.openxmlformats.org/drawingml/2006/main">
              <a:ext uri="{FF2B5EF4-FFF2-40B4-BE49-F238E27FC236}">
                <a16:creationId xmlns:a16="http://schemas.microsoft.com/office/drawing/2014/main" id="{27DFD7E7-2061-4100-AE51-471FA6F2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5 — Transporte e concorrência, R05</a:t>
            </a:r>
          </a:p>
        </p:txBody>
      </p:sp>
      <p:sp>
        <p:nvSpPr>
          <p:cNvPr id="4" name="p79-348">
            <a:extLst xmlns:a="http://schemas.openxmlformats.org/drawingml/2006/main">
              <a:ext uri="{FF2B5EF4-FFF2-40B4-BE49-F238E27FC236}">
                <a16:creationId xmlns:a16="http://schemas.microsoft.com/office/drawing/2014/main" id="{66ECB200-F73F-4401-BF8D-441378C9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Conexões TCP e proteção TLS</a:t>
            </a:r>
          </a:p>
        </p:txBody>
      </p:sp>
      <p:sp>
        <p:nvSpPr>
          <p:cNvPr id="5" name="p79-349">
            <a:extLst xmlns:a="http://schemas.openxmlformats.org/drawingml/2006/main">
              <a:ext uri="{FF2B5EF4-FFF2-40B4-BE49-F238E27FC236}">
                <a16:creationId xmlns:a16="http://schemas.microsoft.com/office/drawing/2014/main" id="{B90C81F7-4DB0-4F45-8270-70E565DF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350">
            <a:extLst xmlns:a="http://schemas.openxmlformats.org/drawingml/2006/main">
              <a:ext uri="{FF2B5EF4-FFF2-40B4-BE49-F238E27FC236}">
                <a16:creationId xmlns:a16="http://schemas.microsoft.com/office/drawing/2014/main" id="{E5B9299E-C7FB-4CEF-9D32-4CE1DC1C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351">
            <a:extLst xmlns:a="http://schemas.openxmlformats.org/drawingml/2006/main">
              <a:ext uri="{FF2B5EF4-FFF2-40B4-BE49-F238E27FC236}">
                <a16:creationId xmlns:a16="http://schemas.microsoft.com/office/drawing/2014/main" id="{620BFDBD-7D6B-44B4-AECA-0624658A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8" name="p79-352">
            <a:extLst xmlns:a="http://schemas.openxmlformats.org/drawingml/2006/main">
              <a:ext uri="{FF2B5EF4-FFF2-40B4-BE49-F238E27FC236}">
                <a16:creationId xmlns:a16="http://schemas.microsoft.com/office/drawing/2014/main" id="{EB514603-B9E7-4880-827B-932AB83A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353">
            <a:extLst xmlns:a="http://schemas.openxmlformats.org/drawingml/2006/main">
              <a:ext uri="{FF2B5EF4-FFF2-40B4-BE49-F238E27FC236}">
                <a16:creationId xmlns:a16="http://schemas.microsoft.com/office/drawing/2014/main" id="{30431862-6492-48CA-B431-3705E991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354">
            <a:extLst xmlns:a="http://schemas.openxmlformats.org/drawingml/2006/main">
              <a:ext uri="{FF2B5EF4-FFF2-40B4-BE49-F238E27FC236}">
                <a16:creationId xmlns:a16="http://schemas.microsoft.com/office/drawing/2014/main" id="{12CB897B-26C4-47E0-A3FB-60C40F75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Socket TCP</a:t>
            </a:r>
          </a:p>
        </p:txBody>
      </p:sp>
      <p:sp>
        <p:nvSpPr>
          <p:cNvPr id="11" name="p79-355">
            <a:extLst xmlns:a="http://schemas.openxmlformats.org/drawingml/2006/main">
              <a:ext uri="{FF2B5EF4-FFF2-40B4-BE49-F238E27FC236}">
                <a16:creationId xmlns:a16="http://schemas.microsoft.com/office/drawing/2014/main" id="{C931BBFE-54D7-4788-8810-78F257C1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356">
            <a:extLst xmlns:a="http://schemas.openxmlformats.org/drawingml/2006/main">
              <a:ext uri="{FF2B5EF4-FFF2-40B4-BE49-F238E27FC236}">
                <a16:creationId xmlns:a16="http://schemas.microsoft.com/office/drawing/2014/main" id="{EB496166-DC2E-4A75-8AAB-B942A202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357">
            <a:extLst xmlns:a="http://schemas.openxmlformats.org/drawingml/2006/main">
              <a:ext uri="{FF2B5EF4-FFF2-40B4-BE49-F238E27FC236}">
                <a16:creationId xmlns:a16="http://schemas.microsoft.com/office/drawing/2014/main" id="{FE50246C-15A7-485A-821A-FE5736CC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TLS quando habilitado</a:t>
            </a:r>
          </a:p>
        </p:txBody>
      </p:sp>
      <p:sp>
        <p:nvSpPr>
          <p:cNvPr id="14" name="p79-358">
            <a:extLst xmlns:a="http://schemas.openxmlformats.org/drawingml/2006/main">
              <a:ext uri="{FF2B5EF4-FFF2-40B4-BE49-F238E27FC236}">
                <a16:creationId xmlns:a16="http://schemas.microsoft.com/office/drawing/2014/main" id="{E8540CE9-19B2-499D-94AA-20F9A04F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359">
            <a:extLst xmlns:a="http://schemas.openxmlformats.org/drawingml/2006/main">
              <a:ext uri="{FF2B5EF4-FFF2-40B4-BE49-F238E27FC236}">
                <a16:creationId xmlns:a16="http://schemas.microsoft.com/office/drawing/2014/main" id="{E10F5E7D-51DE-4280-BE0B-F6EFE772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360">
            <a:extLst xmlns:a="http://schemas.openxmlformats.org/drawingml/2006/main">
              <a:ext uri="{FF2B5EF4-FFF2-40B4-BE49-F238E27FC236}">
                <a16:creationId xmlns:a16="http://schemas.microsoft.com/office/drawing/2014/main" id="{6C42ABB0-E7AF-4D3C-B33E-6077A790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Tarefa de conexão</a:t>
            </a:r>
          </a:p>
        </p:txBody>
      </p:sp>
      <p:sp>
        <p:nvSpPr>
          <p:cNvPr id="17" name="p79-361">
            <a:extLst xmlns:a="http://schemas.openxmlformats.org/drawingml/2006/main">
              <a:ext uri="{FF2B5EF4-FFF2-40B4-BE49-F238E27FC236}">
                <a16:creationId xmlns:a16="http://schemas.microsoft.com/office/drawing/2014/main" id="{CD1E0AFC-3C88-47C7-AFF4-EFB07190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362">
            <a:extLst xmlns:a="http://schemas.openxmlformats.org/drawingml/2006/main">
              <a:ext uri="{FF2B5EF4-FFF2-40B4-BE49-F238E27FC236}">
                <a16:creationId xmlns:a16="http://schemas.microsoft.com/office/drawing/2014/main" id="{16E62EE7-6B13-41E6-8710-C4361960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79-363">
            <a:extLst xmlns:a="http://schemas.openxmlformats.org/drawingml/2006/main">
              <a:ext uri="{FF2B5EF4-FFF2-40B4-BE49-F238E27FC236}">
                <a16:creationId xmlns:a16="http://schemas.microsoft.com/office/drawing/2014/main" id="{5C104C66-4641-4EDD-A032-663C8046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Handler MQTT</a:t>
            </a:r>
          </a:p>
        </p:txBody>
      </p:sp>
      <p:sp>
        <p:nvSpPr>
          <p:cNvPr id="24" name="p79-364">
            <a:extLst xmlns:a="http://schemas.openxmlformats.org/drawingml/2006/main">
              <a:ext uri="{FF2B5EF4-FFF2-40B4-BE49-F238E27FC236}">
                <a16:creationId xmlns:a16="http://schemas.microsoft.com/office/drawing/2014/main" id="{781EB1D4-9507-40DC-B70B-3F142C80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Socket é uma extremidade de comunicação. TLS protege o canal.</a:t>
            </a:r>
          </a:p>
        </p:txBody>
      </p:sp>
      <p:sp>
        <p:nvSpPr>
          <p:cNvPr id="25" name="p79-365">
            <a:extLst xmlns:a="http://schemas.openxmlformats.org/drawingml/2006/main">
              <a:ext uri="{FF2B5EF4-FFF2-40B4-BE49-F238E27FC236}">
                <a16:creationId xmlns:a16="http://schemas.microsoft.com/office/drawing/2014/main" id="{B1CBA84A-D995-400E-B6D8-1B0522DD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79-366">
            <a:extLst xmlns:a="http://schemas.openxmlformats.org/drawingml/2006/main">
              <a:ext uri="{FF2B5EF4-FFF2-40B4-BE49-F238E27FC236}">
                <a16:creationId xmlns:a16="http://schemas.microsoft.com/office/drawing/2014/main" id="{03440147-19D2-4BA1-B4EE-00F37378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7" name="p79-367">
            <a:extLst xmlns:a="http://schemas.openxmlformats.org/drawingml/2006/main">
              <a:ext uri="{FF2B5EF4-FFF2-40B4-BE49-F238E27FC236}">
                <a16:creationId xmlns:a16="http://schemas.microsoft.com/office/drawing/2014/main" id="{1589B399-A565-4E4B-BE21-C7284254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210225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B69674-F045-49D8-AB77-6C2D4711A64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4395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E5A1C-83ED-4795-A966-2504FBE7E52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817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D2D70-0C5D-491D-A058-8A04656F5B4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1945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4" name="p79-368">
            <a:extLst xmlns:a="http://schemas.openxmlformats.org/drawingml/2006/main">
              <a:ext uri="{FF2B5EF4-FFF2-40B4-BE49-F238E27FC236}">
                <a16:creationId xmlns:a16="http://schemas.microsoft.com/office/drawing/2014/main" id="{FF80E56E-2AFE-4207-8A63-44C6AD5A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369">
            <a:extLst xmlns:a="http://schemas.openxmlformats.org/drawingml/2006/main">
              <a:ext uri="{FF2B5EF4-FFF2-40B4-BE49-F238E27FC236}">
                <a16:creationId xmlns:a16="http://schemas.microsoft.com/office/drawing/2014/main" id="{208A4339-A314-4E43-AE0D-558C630E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3 — Construir o núcleo MQTT, R06</a:t>
            </a:r>
          </a:p>
        </p:txBody>
      </p:sp>
      <p:sp>
        <p:nvSpPr>
          <p:cNvPr id="3" name="p79-370">
            <a:extLst xmlns:a="http://schemas.openxmlformats.org/drawingml/2006/main">
              <a:ext uri="{FF2B5EF4-FFF2-40B4-BE49-F238E27FC236}">
                <a16:creationId xmlns:a16="http://schemas.microsoft.com/office/drawing/2014/main" id="{E60D6DE8-599C-41FA-8237-01112D12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Aulas 6 a 9</a:t>
            </a:r>
          </a:p>
        </p:txBody>
      </p:sp>
      <p:sp>
        <p:nvSpPr>
          <p:cNvPr id="4" name="p79-371">
            <a:extLst xmlns:a="http://schemas.openxmlformats.org/drawingml/2006/main">
              <a:ext uri="{FF2B5EF4-FFF2-40B4-BE49-F238E27FC236}">
                <a16:creationId xmlns:a16="http://schemas.microsoft.com/office/drawing/2014/main" id="{F5729D2C-AA1A-46DE-BA84-87AFEB63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Quatro arquivos formam o núcleo MQTT</a:t>
            </a:r>
          </a:p>
        </p:txBody>
      </p:sp>
      <p:sp>
        <p:nvSpPr>
          <p:cNvPr id="5" name="p79-372">
            <a:extLst xmlns:a="http://schemas.openxmlformats.org/drawingml/2006/main">
              <a:ext uri="{FF2B5EF4-FFF2-40B4-BE49-F238E27FC236}">
                <a16:creationId xmlns:a16="http://schemas.microsoft.com/office/drawing/2014/main" id="{334A3A87-E30E-4017-B15E-F79BF5B4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373">
            <a:extLst xmlns:a="http://schemas.openxmlformats.org/drawingml/2006/main">
              <a:ext uri="{FF2B5EF4-FFF2-40B4-BE49-F238E27FC236}">
                <a16:creationId xmlns:a16="http://schemas.microsoft.com/office/drawing/2014/main" id="{E593F7EB-5B2D-408D-895A-27E0C2EE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374">
            <a:extLst xmlns:a="http://schemas.openxmlformats.org/drawingml/2006/main">
              <a:ext uri="{FF2B5EF4-FFF2-40B4-BE49-F238E27FC236}">
                <a16:creationId xmlns:a16="http://schemas.microsoft.com/office/drawing/2014/main" id="{68D6898C-F6CB-4418-A0B6-63294978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codec.rs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Bytes e pacotes</a:t>
            </a:r>
          </a:p>
        </p:txBody>
      </p:sp>
      <p:sp>
        <p:nvSpPr>
          <p:cNvPr id="8" name="p79-375">
            <a:extLst xmlns:a="http://schemas.openxmlformats.org/drawingml/2006/main">
              <a:ext uri="{FF2B5EF4-FFF2-40B4-BE49-F238E27FC236}">
                <a16:creationId xmlns:a16="http://schemas.microsoft.com/office/drawing/2014/main" id="{08EA5995-8E4D-4D2F-85BC-368D4780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376">
            <a:extLst xmlns:a="http://schemas.openxmlformats.org/drawingml/2006/main">
              <a:ext uri="{FF2B5EF4-FFF2-40B4-BE49-F238E27FC236}">
                <a16:creationId xmlns:a16="http://schemas.microsoft.com/office/drawing/2014/main" id="{F97EB61F-F96C-46A0-B1D9-CC1D4E7A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377">
            <a:extLst xmlns:a="http://schemas.openxmlformats.org/drawingml/2006/main">
              <a:ext uri="{FF2B5EF4-FFF2-40B4-BE49-F238E27FC236}">
                <a16:creationId xmlns:a16="http://schemas.microsoft.com/office/drawing/2014/main" id="{0715A041-A409-4CBB-9C45-ECCC35E0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store.rs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11" name="p79-378">
            <a:extLst xmlns:a="http://schemas.openxmlformats.org/drawingml/2006/main">
              <a:ext uri="{FF2B5EF4-FFF2-40B4-BE49-F238E27FC236}">
                <a16:creationId xmlns:a16="http://schemas.microsoft.com/office/drawing/2014/main" id="{88F11FFE-C05B-4E09-95FB-4EDDC0B4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379">
            <a:extLst xmlns:a="http://schemas.openxmlformats.org/drawingml/2006/main">
              <a:ext uri="{FF2B5EF4-FFF2-40B4-BE49-F238E27FC236}">
                <a16:creationId xmlns:a16="http://schemas.microsoft.com/office/drawing/2014/main" id="{63112D7B-E2BB-4ACD-869B-F1496B29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380">
            <a:extLst xmlns:a="http://schemas.openxmlformats.org/drawingml/2006/main">
              <a:ext uri="{FF2B5EF4-FFF2-40B4-BE49-F238E27FC236}">
                <a16:creationId xmlns:a16="http://schemas.microsoft.com/office/drawing/2014/main" id="{C04C68A4-EEBB-4E50-A04D-CC858D0C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router.rs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Decisões</a:t>
            </a:r>
          </a:p>
        </p:txBody>
      </p:sp>
      <p:sp>
        <p:nvSpPr>
          <p:cNvPr id="14" name="p79-381">
            <a:extLst xmlns:a="http://schemas.openxmlformats.org/drawingml/2006/main">
              <a:ext uri="{FF2B5EF4-FFF2-40B4-BE49-F238E27FC236}">
                <a16:creationId xmlns:a16="http://schemas.microsoft.com/office/drawing/2014/main" id="{0018F45E-8D82-45EA-8612-24C6CB26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67000"/>
            <a:ext cx="25336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382">
            <a:extLst xmlns:a="http://schemas.openxmlformats.org/drawingml/2006/main">
              <a:ext uri="{FF2B5EF4-FFF2-40B4-BE49-F238E27FC236}">
                <a16:creationId xmlns:a16="http://schemas.microsoft.com/office/drawing/2014/main" id="{0D282248-22E9-40FB-A139-C3E8CF4B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383">
            <a:extLst xmlns:a="http://schemas.openxmlformats.org/drawingml/2006/main">
              <a:ext uri="{FF2B5EF4-FFF2-40B4-BE49-F238E27FC236}">
                <a16:creationId xmlns:a16="http://schemas.microsoft.com/office/drawing/2014/main" id="{0D391965-DCA3-4E69-8415-6231A7FB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2266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mod.rs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Conexão</a:t>
            </a:r>
          </a:p>
        </p:txBody>
      </p:sp>
      <p:sp>
        <p:nvSpPr>
          <p:cNvPr id="20" name="p79-384">
            <a:extLst xmlns:a="http://schemas.openxmlformats.org/drawingml/2006/main">
              <a:ext uri="{FF2B5EF4-FFF2-40B4-BE49-F238E27FC236}">
                <a16:creationId xmlns:a16="http://schemas.microsoft.com/office/drawing/2014/main" id="{CC781913-0E41-4517-8F21-F90AF0EB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O checkpoint R06 integra esses arquivos e o lib.rs final</a:t>
            </a:r>
          </a:p>
        </p:txBody>
      </p:sp>
      <p:sp>
        <p:nvSpPr>
          <p:cNvPr id="21" name="p79-385">
            <a:extLst xmlns:a="http://schemas.openxmlformats.org/drawingml/2006/main">
              <a:ext uri="{FF2B5EF4-FFF2-40B4-BE49-F238E27FC236}">
                <a16:creationId xmlns:a16="http://schemas.microsoft.com/office/drawing/2014/main" id="{10AC2CC8-B202-419C-B971-F7B77500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79-386">
            <a:extLst xmlns:a="http://schemas.openxmlformats.org/drawingml/2006/main">
              <a:ext uri="{FF2B5EF4-FFF2-40B4-BE49-F238E27FC236}">
                <a16:creationId xmlns:a16="http://schemas.microsoft.com/office/drawing/2014/main" id="{F3889987-C1CD-4EC1-A156-A1476114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3" name="p79-387">
            <a:extLst xmlns:a="http://schemas.openxmlformats.org/drawingml/2006/main">
              <a:ext uri="{FF2B5EF4-FFF2-40B4-BE49-F238E27FC236}">
                <a16:creationId xmlns:a16="http://schemas.microsoft.com/office/drawing/2014/main" id="{6B4106E8-EB59-443E-9EE4-7F6C53EA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156231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8651D-D78B-405F-A08E-57260DC600C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964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810B8-7A53-4C1D-88BA-04302AE7DA0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866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6E9BF-8F74-4D6E-9444-F0E32D54EA2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768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434E7-B00F-4F1D-9F2A-9143B0B4D3C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8" name="p79-388">
            <a:extLst xmlns:a="http://schemas.openxmlformats.org/drawingml/2006/main">
              <a:ext uri="{FF2B5EF4-FFF2-40B4-BE49-F238E27FC236}">
                <a16:creationId xmlns:a16="http://schemas.microsoft.com/office/drawing/2014/main" id="{0E5B122A-3901-44D0-A3FB-3BC72385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389">
            <a:extLst xmlns:a="http://schemas.openxmlformats.org/drawingml/2006/main">
              <a:ext uri="{FF2B5EF4-FFF2-40B4-BE49-F238E27FC236}">
                <a16:creationId xmlns:a16="http://schemas.microsoft.com/office/drawing/2014/main" id="{3E0D1A6A-D445-4273-99A5-24ABF9FF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3 — Construir o núcleo MQTT, R06</a:t>
            </a:r>
          </a:p>
        </p:txBody>
      </p:sp>
      <p:sp>
        <p:nvSpPr>
          <p:cNvPr id="3" name="p79-390">
            <a:extLst xmlns:a="http://schemas.openxmlformats.org/drawingml/2006/main">
              <a:ext uri="{FF2B5EF4-FFF2-40B4-BE49-F238E27FC236}">
                <a16:creationId xmlns:a16="http://schemas.microsoft.com/office/drawing/2014/main" id="{6FE79BAE-A179-442A-83E6-CC1A39BF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6 — Ler e produzir pacotes: codec.rs</a:t>
            </a:r>
          </a:p>
        </p:txBody>
      </p:sp>
      <p:sp>
        <p:nvSpPr>
          <p:cNvPr id="4" name="p79-391">
            <a:extLst xmlns:a="http://schemas.openxmlformats.org/drawingml/2006/main">
              <a:ext uri="{FF2B5EF4-FFF2-40B4-BE49-F238E27FC236}">
                <a16:creationId xmlns:a16="http://schemas.microsoft.com/office/drawing/2014/main" id="{D9F3DA3D-6BBA-47D5-AFFF-C5B97B98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 codec transforma bytes em pacotes</a:t>
            </a:r>
          </a:p>
        </p:txBody>
      </p:sp>
      <p:sp>
        <p:nvSpPr>
          <p:cNvPr id="5" name="p79-392">
            <a:extLst xmlns:a="http://schemas.openxmlformats.org/drawingml/2006/main">
              <a:ext uri="{FF2B5EF4-FFF2-40B4-BE49-F238E27FC236}">
                <a16:creationId xmlns:a16="http://schemas.microsoft.com/office/drawing/2014/main" id="{8521D32D-018E-4388-A308-0B3B3212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393">
            <a:extLst xmlns:a="http://schemas.openxmlformats.org/drawingml/2006/main">
              <a:ext uri="{FF2B5EF4-FFF2-40B4-BE49-F238E27FC236}">
                <a16:creationId xmlns:a16="http://schemas.microsoft.com/office/drawing/2014/main" id="{272A3EF5-BC58-4F9A-A6A7-0008EF3B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394">
            <a:extLst xmlns:a="http://schemas.openxmlformats.org/drawingml/2006/main">
              <a:ext uri="{FF2B5EF4-FFF2-40B4-BE49-F238E27FC236}">
                <a16:creationId xmlns:a16="http://schemas.microsoft.com/office/drawing/2014/main" id="{318CE8F3-E92B-4973-B73A-333D5BC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Bytes da rede</a:t>
            </a:r>
          </a:p>
        </p:txBody>
      </p:sp>
      <p:sp>
        <p:nvSpPr>
          <p:cNvPr id="8" name="p79-395">
            <a:extLst xmlns:a="http://schemas.openxmlformats.org/drawingml/2006/main">
              <a:ext uri="{FF2B5EF4-FFF2-40B4-BE49-F238E27FC236}">
                <a16:creationId xmlns:a16="http://schemas.microsoft.com/office/drawing/2014/main" id="{41AAD557-4BA7-4E16-AD3F-A0944076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396">
            <a:extLst xmlns:a="http://schemas.openxmlformats.org/drawingml/2006/main">
              <a:ext uri="{FF2B5EF4-FFF2-40B4-BE49-F238E27FC236}">
                <a16:creationId xmlns:a16="http://schemas.microsoft.com/office/drawing/2014/main" id="{35A80905-4298-4D0C-899D-1D9E4C72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397">
            <a:extLst xmlns:a="http://schemas.openxmlformats.org/drawingml/2006/main">
              <a:ext uri="{FF2B5EF4-FFF2-40B4-BE49-F238E27FC236}">
                <a16:creationId xmlns:a16="http://schemas.microsoft.com/office/drawing/2014/main" id="{B2B01E36-C6CE-4E5E-BC94-E881344A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Comprimento e flags</a:t>
            </a:r>
          </a:p>
        </p:txBody>
      </p:sp>
      <p:sp>
        <p:nvSpPr>
          <p:cNvPr id="11" name="p79-398">
            <a:extLst xmlns:a="http://schemas.openxmlformats.org/drawingml/2006/main">
              <a:ext uri="{FF2B5EF4-FFF2-40B4-BE49-F238E27FC236}">
                <a16:creationId xmlns:a16="http://schemas.microsoft.com/office/drawing/2014/main" id="{A41AD703-CC07-41A0-B118-C49B7836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399">
            <a:extLst xmlns:a="http://schemas.openxmlformats.org/drawingml/2006/main">
              <a:ext uri="{FF2B5EF4-FFF2-40B4-BE49-F238E27FC236}">
                <a16:creationId xmlns:a16="http://schemas.microsoft.com/office/drawing/2014/main" id="{2647A786-7126-4A57-996B-A555102A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400">
            <a:extLst xmlns:a="http://schemas.openxmlformats.org/drawingml/2006/main">
              <a:ext uri="{FF2B5EF4-FFF2-40B4-BE49-F238E27FC236}">
                <a16:creationId xmlns:a16="http://schemas.microsoft.com/office/drawing/2014/main" id="{90FF7761-FA0B-4C1C-AD62-C385243C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Validação do pacote</a:t>
            </a:r>
          </a:p>
        </p:txBody>
      </p:sp>
      <p:sp>
        <p:nvSpPr>
          <p:cNvPr id="14" name="p79-401">
            <a:extLst xmlns:a="http://schemas.openxmlformats.org/drawingml/2006/main">
              <a:ext uri="{FF2B5EF4-FFF2-40B4-BE49-F238E27FC236}">
                <a16:creationId xmlns:a16="http://schemas.microsoft.com/office/drawing/2014/main" id="{26EAA186-F9DE-4DE3-A873-3384DE6E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402">
            <a:extLst xmlns:a="http://schemas.openxmlformats.org/drawingml/2006/main">
              <a:ext uri="{FF2B5EF4-FFF2-40B4-BE49-F238E27FC236}">
                <a16:creationId xmlns:a16="http://schemas.microsoft.com/office/drawing/2014/main" id="{8239C20E-A020-48F5-B318-51B6CF6C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403">
            <a:extLst xmlns:a="http://schemas.openxmlformats.org/drawingml/2006/main">
              <a:ext uri="{FF2B5EF4-FFF2-40B4-BE49-F238E27FC236}">
                <a16:creationId xmlns:a16="http://schemas.microsoft.com/office/drawing/2014/main" id="{97080048-8B28-477E-97EB-7415CC37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Tipo Rust</a:t>
            </a:r>
          </a:p>
        </p:txBody>
      </p:sp>
      <p:sp>
        <p:nvSpPr>
          <p:cNvPr id="17" name="p79-404">
            <a:extLst xmlns:a="http://schemas.openxmlformats.org/drawingml/2006/main">
              <a:ext uri="{FF2B5EF4-FFF2-40B4-BE49-F238E27FC236}">
                <a16:creationId xmlns:a16="http://schemas.microsoft.com/office/drawing/2014/main" id="{67593144-DAA5-4A95-B566-DE2F657D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405">
            <a:extLst xmlns:a="http://schemas.openxmlformats.org/drawingml/2006/main">
              <a:ext uri="{FF2B5EF4-FFF2-40B4-BE49-F238E27FC236}">
                <a16:creationId xmlns:a16="http://schemas.microsoft.com/office/drawing/2014/main" id="{151F6589-B8CF-4F33-BFC5-7F312FA5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79-406">
            <a:extLst xmlns:a="http://schemas.openxmlformats.org/drawingml/2006/main">
              <a:ext uri="{FF2B5EF4-FFF2-40B4-BE49-F238E27FC236}">
                <a16:creationId xmlns:a16="http://schemas.microsoft.com/office/drawing/2014/main" id="{F9F30DE5-3F4C-466A-90D6-AD59BCAC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Bytes de resposta</a:t>
            </a:r>
          </a:p>
        </p:txBody>
      </p:sp>
      <p:sp>
        <p:nvSpPr>
          <p:cNvPr id="24" name="p79-407">
            <a:extLst xmlns:a="http://schemas.openxmlformats.org/drawingml/2006/main">
              <a:ext uri="{FF2B5EF4-FFF2-40B4-BE49-F238E27FC236}">
                <a16:creationId xmlns:a16="http://schemas.microsoft.com/office/drawing/2014/main" id="{825BB70C-D5A1-49A3-8C8F-76386374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Decodificar interpreta a entrada. Codificar produz a saída.</a:t>
            </a:r>
          </a:p>
        </p:txBody>
      </p:sp>
      <p:sp>
        <p:nvSpPr>
          <p:cNvPr id="25" name="p79-408">
            <a:extLst xmlns:a="http://schemas.openxmlformats.org/drawingml/2006/main">
              <a:ext uri="{FF2B5EF4-FFF2-40B4-BE49-F238E27FC236}">
                <a16:creationId xmlns:a16="http://schemas.microsoft.com/office/drawing/2014/main" id="{F8E9D368-0D63-46AD-9361-B751E3AB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79-409">
            <a:extLst xmlns:a="http://schemas.openxmlformats.org/drawingml/2006/main">
              <a:ext uri="{FF2B5EF4-FFF2-40B4-BE49-F238E27FC236}">
                <a16:creationId xmlns:a16="http://schemas.microsoft.com/office/drawing/2014/main" id="{B4344708-A89E-4EC0-8F2A-2C9A59A4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7" name="p79-410">
            <a:extLst xmlns:a="http://schemas.openxmlformats.org/drawingml/2006/main">
              <a:ext uri="{FF2B5EF4-FFF2-40B4-BE49-F238E27FC236}">
                <a16:creationId xmlns:a16="http://schemas.microsoft.com/office/drawing/2014/main" id="{7C48E089-DDC9-4B19-9D22-95BB0CC1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173002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2E2B4-3F0E-42E5-9626-CF38737F863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2809875"/>
            <a:ext cx="441198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8F09F-B2A5-47E9-888C-BC952C9147A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2809875"/>
            <a:ext cx="220599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DE015-F3F1-44C2-83F3-37885DFD9C6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2809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12E7E-6FD5-4904-86C3-0B6B67506A9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3890010" y="2809875"/>
            <a:ext cx="220599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3DBFF-E14D-45D8-BFF4-1DBC1789799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1684020" y="2809875"/>
            <a:ext cx="441198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6" name="p79-411">
            <a:extLst xmlns:a="http://schemas.openxmlformats.org/drawingml/2006/main">
              <a:ext uri="{FF2B5EF4-FFF2-40B4-BE49-F238E27FC236}">
                <a16:creationId xmlns:a16="http://schemas.microsoft.com/office/drawing/2014/main" id="{8C458909-84A7-4FDF-A80B-FE9EBCE6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412">
            <a:extLst xmlns:a="http://schemas.openxmlformats.org/drawingml/2006/main">
              <a:ext uri="{FF2B5EF4-FFF2-40B4-BE49-F238E27FC236}">
                <a16:creationId xmlns:a16="http://schemas.microsoft.com/office/drawing/2014/main" id="{F44F702A-4813-49B4-AE7B-BCE94179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3 — Construir o núcleo MQTT, R06</a:t>
            </a:r>
          </a:p>
        </p:txBody>
      </p:sp>
      <p:sp>
        <p:nvSpPr>
          <p:cNvPr id="3" name="p79-413">
            <a:extLst xmlns:a="http://schemas.openxmlformats.org/drawingml/2006/main">
              <a:ext uri="{FF2B5EF4-FFF2-40B4-BE49-F238E27FC236}">
                <a16:creationId xmlns:a16="http://schemas.microsoft.com/office/drawing/2014/main" id="{E7E39314-A39B-49D6-B4D2-C12F5187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7 — Estado MQTT: store.rs</a:t>
            </a:r>
          </a:p>
        </p:txBody>
      </p:sp>
      <p:sp>
        <p:nvSpPr>
          <p:cNvPr id="4" name="p79-414">
            <a:extLst xmlns:a="http://schemas.openxmlformats.org/drawingml/2006/main">
              <a:ext uri="{FF2B5EF4-FFF2-40B4-BE49-F238E27FC236}">
                <a16:creationId xmlns:a16="http://schemas.microsoft.com/office/drawing/2014/main" id="{D47C88A1-A895-4307-B2B3-417003AE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Sessões e mensagens mantêm estado</a:t>
            </a:r>
          </a:p>
        </p:txBody>
      </p:sp>
      <p:sp>
        <p:nvSpPr>
          <p:cNvPr id="5" name="p79-415">
            <a:extLst xmlns:a="http://schemas.openxmlformats.org/drawingml/2006/main">
              <a:ext uri="{FF2B5EF4-FFF2-40B4-BE49-F238E27FC236}">
                <a16:creationId xmlns:a16="http://schemas.microsoft.com/office/drawing/2014/main" id="{21F7A774-AA58-41D8-9B12-84357C43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416">
            <a:extLst xmlns:a="http://schemas.openxmlformats.org/drawingml/2006/main">
              <a:ext uri="{FF2B5EF4-FFF2-40B4-BE49-F238E27FC236}">
                <a16:creationId xmlns:a16="http://schemas.microsoft.com/office/drawing/2014/main" id="{AADB6E5F-D92F-4CE0-9C1E-70E4D4D5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812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Estado MQTT</a:t>
            </a:r>
          </a:p>
        </p:txBody>
      </p:sp>
      <p:sp>
        <p:nvSpPr>
          <p:cNvPr id="7" name="p79-417">
            <a:extLst xmlns:a="http://schemas.openxmlformats.org/drawingml/2006/main">
              <a:ext uri="{FF2B5EF4-FFF2-40B4-BE49-F238E27FC236}">
                <a16:creationId xmlns:a16="http://schemas.microsoft.com/office/drawing/2014/main" id="{5B5FDD43-EC29-4CA5-8ADA-C9D008D3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99644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79-418">
            <a:extLst xmlns:a="http://schemas.openxmlformats.org/drawingml/2006/main">
              <a:ext uri="{FF2B5EF4-FFF2-40B4-BE49-F238E27FC236}">
                <a16:creationId xmlns:a16="http://schemas.microsoft.com/office/drawing/2014/main" id="{A6A25882-6F09-449F-B28C-FB2BF02E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72974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Sessão do cliente</a:t>
            </a:r>
          </a:p>
        </p:txBody>
      </p:sp>
      <p:sp>
        <p:nvSpPr>
          <p:cNvPr id="10" name="p79-419">
            <a:extLst xmlns:a="http://schemas.openxmlformats.org/drawingml/2006/main">
              <a:ext uri="{FF2B5EF4-FFF2-40B4-BE49-F238E27FC236}">
                <a16:creationId xmlns:a16="http://schemas.microsoft.com/office/drawing/2014/main" id="{B5C555FA-2BA9-437F-A8BC-2D7AC315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90" y="3524250"/>
            <a:ext cx="199644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79-420">
            <a:extLst xmlns:a="http://schemas.openxmlformats.org/drawingml/2006/main">
              <a:ext uri="{FF2B5EF4-FFF2-40B4-BE49-F238E27FC236}">
                <a16:creationId xmlns:a16="http://schemas.microsoft.com/office/drawing/2014/main" id="{FAF7BE21-1B38-4563-888C-728D9509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790950"/>
            <a:ext cx="172974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Assinaturas</a:t>
            </a:r>
          </a:p>
        </p:txBody>
      </p:sp>
      <p:sp>
        <p:nvSpPr>
          <p:cNvPr id="13" name="p79-421">
            <a:extLst xmlns:a="http://schemas.openxmlformats.org/drawingml/2006/main">
              <a:ext uri="{FF2B5EF4-FFF2-40B4-BE49-F238E27FC236}">
                <a16:creationId xmlns:a16="http://schemas.microsoft.com/office/drawing/2014/main" id="{DD1DFC89-4259-422E-919F-CB46CDC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524250"/>
            <a:ext cx="199644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79-422">
            <a:extLst xmlns:a="http://schemas.openxmlformats.org/drawingml/2006/main">
              <a:ext uri="{FF2B5EF4-FFF2-40B4-BE49-F238E27FC236}">
                <a16:creationId xmlns:a16="http://schemas.microsoft.com/office/drawing/2014/main" id="{DAE7FC10-0448-4215-A084-2F48982D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790950"/>
            <a:ext cx="172974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Retained / offline</a:t>
            </a:r>
          </a:p>
        </p:txBody>
      </p:sp>
      <p:sp>
        <p:nvSpPr>
          <p:cNvPr id="16" name="p79-423">
            <a:extLst xmlns:a="http://schemas.openxmlformats.org/drawingml/2006/main">
              <a:ext uri="{FF2B5EF4-FFF2-40B4-BE49-F238E27FC236}">
                <a16:creationId xmlns:a16="http://schemas.microsoft.com/office/drawing/2014/main" id="{563CB3D9-2E2F-4C4A-9ADC-2FC6E977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770" y="3524250"/>
            <a:ext cx="199644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79-424">
            <a:extLst xmlns:a="http://schemas.openxmlformats.org/drawingml/2006/main">
              <a:ext uri="{FF2B5EF4-FFF2-40B4-BE49-F238E27FC236}">
                <a16:creationId xmlns:a16="http://schemas.microsoft.com/office/drawing/2014/main" id="{4EDA7A3F-78D2-48F8-8B25-65A330D0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790950"/>
            <a:ext cx="172974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Operações em andamento</a:t>
            </a:r>
          </a:p>
        </p:txBody>
      </p:sp>
      <p:sp>
        <p:nvSpPr>
          <p:cNvPr id="19" name="p79-425">
            <a:extLst xmlns:a="http://schemas.openxmlformats.org/drawingml/2006/main">
              <a:ext uri="{FF2B5EF4-FFF2-40B4-BE49-F238E27FC236}">
                <a16:creationId xmlns:a16="http://schemas.microsoft.com/office/drawing/2014/main" id="{F812C1B5-DDA9-4465-B895-B7F9B64E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524250"/>
            <a:ext cx="199644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79-426">
            <a:extLst xmlns:a="http://schemas.openxmlformats.org/drawingml/2006/main">
              <a:ext uri="{FF2B5EF4-FFF2-40B4-BE49-F238E27FC236}">
                <a16:creationId xmlns:a16="http://schemas.microsoft.com/office/drawing/2014/main" id="{40F05CC2-D61F-4D35-9029-1E3AA745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3790950"/>
            <a:ext cx="172974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Estado persistido</a:t>
            </a:r>
          </a:p>
        </p:txBody>
      </p:sp>
      <p:sp>
        <p:nvSpPr>
          <p:cNvPr id="22" name="p79-427">
            <a:extLst xmlns:a="http://schemas.openxmlformats.org/drawingml/2006/main">
              <a:ext uri="{FF2B5EF4-FFF2-40B4-BE49-F238E27FC236}">
                <a16:creationId xmlns:a16="http://schemas.microsoft.com/office/drawing/2014/main" id="{A314CBA9-7934-44DC-9492-26EFE942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Uma sessão reúne os dados necessários para acompanhar o cliente e suas entregas</a:t>
            </a:r>
          </a:p>
        </p:txBody>
      </p:sp>
      <p:sp>
        <p:nvSpPr>
          <p:cNvPr id="23" name="p79-428">
            <a:extLst xmlns:a="http://schemas.openxmlformats.org/drawingml/2006/main">
              <a:ext uri="{FF2B5EF4-FFF2-40B4-BE49-F238E27FC236}">
                <a16:creationId xmlns:a16="http://schemas.microsoft.com/office/drawing/2014/main" id="{AA9C26C8-715C-40C6-B3FD-CA76F94F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79-429">
            <a:extLst xmlns:a="http://schemas.openxmlformats.org/drawingml/2006/main">
              <a:ext uri="{FF2B5EF4-FFF2-40B4-BE49-F238E27FC236}">
                <a16:creationId xmlns:a16="http://schemas.microsoft.com/office/drawing/2014/main" id="{D04324CB-3BA4-4205-8B31-4945B78E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5" name="p79-430">
            <a:extLst xmlns:a="http://schemas.openxmlformats.org/drawingml/2006/main">
              <a:ext uri="{FF2B5EF4-FFF2-40B4-BE49-F238E27FC236}">
                <a16:creationId xmlns:a16="http://schemas.microsoft.com/office/drawing/2014/main" id="{1B553F6A-7194-4381-A736-9E24D067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33723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6FC97-D367-4276-BCB2-52535A06402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964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71EEE-C784-4710-BC9D-F052D0CFD5D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866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B1688-EB92-4D63-8DAD-173A8F5DDF1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768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DF1D6F-1303-44FB-A538-E5310BE44A5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8" name="p79-431">
            <a:extLst xmlns:a="http://schemas.openxmlformats.org/drawingml/2006/main">
              <a:ext uri="{FF2B5EF4-FFF2-40B4-BE49-F238E27FC236}">
                <a16:creationId xmlns:a16="http://schemas.microsoft.com/office/drawing/2014/main" id="{90C689B2-23B5-4A2F-B7DE-6AAA6978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432">
            <a:extLst xmlns:a="http://schemas.openxmlformats.org/drawingml/2006/main">
              <a:ext uri="{FF2B5EF4-FFF2-40B4-BE49-F238E27FC236}">
                <a16:creationId xmlns:a16="http://schemas.microsoft.com/office/drawing/2014/main" id="{77C49879-ADC5-45D4-8AA6-17746975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3 — Construir o núcleo MQTT, R06</a:t>
            </a:r>
          </a:p>
        </p:txBody>
      </p:sp>
      <p:sp>
        <p:nvSpPr>
          <p:cNvPr id="3" name="p79-433">
            <a:extLst xmlns:a="http://schemas.openxmlformats.org/drawingml/2006/main">
              <a:ext uri="{FF2B5EF4-FFF2-40B4-BE49-F238E27FC236}">
                <a16:creationId xmlns:a16="http://schemas.microsoft.com/office/drawing/2014/main" id="{126BA81B-CA85-40CB-9639-66B214B8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8 — Roteamento: router.rs</a:t>
            </a:r>
          </a:p>
        </p:txBody>
      </p:sp>
      <p:sp>
        <p:nvSpPr>
          <p:cNvPr id="4" name="p79-434">
            <a:extLst xmlns:a="http://schemas.openxmlformats.org/drawingml/2006/main">
              <a:ext uri="{FF2B5EF4-FFF2-40B4-BE49-F238E27FC236}">
                <a16:creationId xmlns:a16="http://schemas.microsoft.com/office/drawing/2014/main" id="{E244630C-B489-430B-81A2-A41FE46B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 roteador decide quais clientes recebem</a:t>
            </a:r>
          </a:p>
        </p:txBody>
      </p:sp>
      <p:sp>
        <p:nvSpPr>
          <p:cNvPr id="5" name="p79-435">
            <a:extLst xmlns:a="http://schemas.openxmlformats.org/drawingml/2006/main">
              <a:ext uri="{FF2B5EF4-FFF2-40B4-BE49-F238E27FC236}">
                <a16:creationId xmlns:a16="http://schemas.microsoft.com/office/drawing/2014/main" id="{7DC287A1-4FD2-4FA0-8EA3-2DA11282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436">
            <a:extLst xmlns:a="http://schemas.openxmlformats.org/drawingml/2006/main">
              <a:ext uri="{FF2B5EF4-FFF2-40B4-BE49-F238E27FC236}">
                <a16:creationId xmlns:a16="http://schemas.microsoft.com/office/drawing/2014/main" id="{612731D2-2DBE-4FC7-B9E7-F203C1EE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437">
            <a:extLst xmlns:a="http://schemas.openxmlformats.org/drawingml/2006/main">
              <a:ext uri="{FF2B5EF4-FFF2-40B4-BE49-F238E27FC236}">
                <a16:creationId xmlns:a16="http://schemas.microsoft.com/office/drawing/2014/main" id="{3EF112B2-C4A1-4A4E-AB28-34C143CF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Publicação</a:t>
            </a:r>
          </a:p>
        </p:txBody>
      </p:sp>
      <p:sp>
        <p:nvSpPr>
          <p:cNvPr id="8" name="p79-438">
            <a:extLst xmlns:a="http://schemas.openxmlformats.org/drawingml/2006/main">
              <a:ext uri="{FF2B5EF4-FFF2-40B4-BE49-F238E27FC236}">
                <a16:creationId xmlns:a16="http://schemas.microsoft.com/office/drawing/2014/main" id="{1F23F3A1-E0F4-46E4-86BA-75C8D0EE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439">
            <a:extLst xmlns:a="http://schemas.openxmlformats.org/drawingml/2006/main">
              <a:ext uri="{FF2B5EF4-FFF2-40B4-BE49-F238E27FC236}">
                <a16:creationId xmlns:a16="http://schemas.microsoft.com/office/drawing/2014/main" id="{2406250B-9999-4C47-80EC-FEBAC117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440">
            <a:extLst xmlns:a="http://schemas.openxmlformats.org/drawingml/2006/main">
              <a:ext uri="{FF2B5EF4-FFF2-40B4-BE49-F238E27FC236}">
                <a16:creationId xmlns:a16="http://schemas.microsoft.com/office/drawing/2014/main" id="{BE0DA2D6-C10B-447E-8B4C-62FE0F77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Checagem de permissão</a:t>
            </a:r>
          </a:p>
        </p:txBody>
      </p:sp>
      <p:sp>
        <p:nvSpPr>
          <p:cNvPr id="11" name="p79-441">
            <a:extLst xmlns:a="http://schemas.openxmlformats.org/drawingml/2006/main">
              <a:ext uri="{FF2B5EF4-FFF2-40B4-BE49-F238E27FC236}">
                <a16:creationId xmlns:a16="http://schemas.microsoft.com/office/drawing/2014/main" id="{A69486E3-D3CB-481D-AB0A-8E25503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442">
            <a:extLst xmlns:a="http://schemas.openxmlformats.org/drawingml/2006/main">
              <a:ext uri="{FF2B5EF4-FFF2-40B4-BE49-F238E27FC236}">
                <a16:creationId xmlns:a16="http://schemas.microsoft.com/office/drawing/2014/main" id="{2FA3DEC3-F5BC-45B3-AEB8-1ED84C97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443">
            <a:extLst xmlns:a="http://schemas.openxmlformats.org/drawingml/2006/main">
              <a:ext uri="{FF2B5EF4-FFF2-40B4-BE49-F238E27FC236}">
                <a16:creationId xmlns:a16="http://schemas.microsoft.com/office/drawing/2014/main" id="{71D040E6-BD06-4CF5-A501-63B3D21E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Busca de assinantes</a:t>
            </a:r>
          </a:p>
        </p:txBody>
      </p:sp>
      <p:sp>
        <p:nvSpPr>
          <p:cNvPr id="14" name="p79-444">
            <a:extLst xmlns:a="http://schemas.openxmlformats.org/drawingml/2006/main">
              <a:ext uri="{FF2B5EF4-FFF2-40B4-BE49-F238E27FC236}">
                <a16:creationId xmlns:a16="http://schemas.microsoft.com/office/drawing/2014/main" id="{4383E456-B143-4C9F-8ACF-C8E0B970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445">
            <a:extLst xmlns:a="http://schemas.openxmlformats.org/drawingml/2006/main">
              <a:ext uri="{FF2B5EF4-FFF2-40B4-BE49-F238E27FC236}">
                <a16:creationId xmlns:a16="http://schemas.microsoft.com/office/drawing/2014/main" id="{360B457F-4305-4917-852F-874F4A8B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446">
            <a:extLst xmlns:a="http://schemas.openxmlformats.org/drawingml/2006/main">
              <a:ext uri="{FF2B5EF4-FFF2-40B4-BE49-F238E27FC236}">
                <a16:creationId xmlns:a16="http://schemas.microsoft.com/office/drawing/2014/main" id="{34FAF89A-2106-4583-A330-B4E81CF3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Transição durável</a:t>
            </a:r>
          </a:p>
        </p:txBody>
      </p:sp>
      <p:sp>
        <p:nvSpPr>
          <p:cNvPr id="17" name="p79-447">
            <a:extLst xmlns:a="http://schemas.openxmlformats.org/drawingml/2006/main">
              <a:ext uri="{FF2B5EF4-FFF2-40B4-BE49-F238E27FC236}">
                <a16:creationId xmlns:a16="http://schemas.microsoft.com/office/drawing/2014/main" id="{BBDB1508-F33B-43E0-AC11-6A57D784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448">
            <a:extLst xmlns:a="http://schemas.openxmlformats.org/drawingml/2006/main">
              <a:ext uri="{FF2B5EF4-FFF2-40B4-BE49-F238E27FC236}">
                <a16:creationId xmlns:a16="http://schemas.microsoft.com/office/drawing/2014/main" id="{5FA9ABFD-E09B-4BEA-AEBC-9FAD5B3D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79-449">
            <a:extLst xmlns:a="http://schemas.openxmlformats.org/drawingml/2006/main">
              <a:ext uri="{FF2B5EF4-FFF2-40B4-BE49-F238E27FC236}">
                <a16:creationId xmlns:a16="http://schemas.microsoft.com/office/drawing/2014/main" id="{CF11129C-AD8E-4180-A8CF-5683D820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Entrega / confirmação</a:t>
            </a:r>
          </a:p>
        </p:txBody>
      </p:sp>
      <p:sp>
        <p:nvSpPr>
          <p:cNvPr id="24" name="p79-450">
            <a:extLst xmlns:a="http://schemas.openxmlformats.org/drawingml/2006/main">
              <a:ext uri="{FF2B5EF4-FFF2-40B4-BE49-F238E27FC236}">
                <a16:creationId xmlns:a16="http://schemas.microsoft.com/office/drawing/2014/main" id="{02444103-1605-437C-BB42-DA63007A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Confirmar uma mensagem exige respeitar a responsabilidade prevista pelo protocolo</a:t>
            </a:r>
          </a:p>
        </p:txBody>
      </p:sp>
      <p:sp>
        <p:nvSpPr>
          <p:cNvPr id="25" name="p79-451">
            <a:extLst xmlns:a="http://schemas.openxmlformats.org/drawingml/2006/main">
              <a:ext uri="{FF2B5EF4-FFF2-40B4-BE49-F238E27FC236}">
                <a16:creationId xmlns:a16="http://schemas.microsoft.com/office/drawing/2014/main" id="{B557E07C-81EC-4685-94E0-C71D554E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79-452">
            <a:extLst xmlns:a="http://schemas.openxmlformats.org/drawingml/2006/main">
              <a:ext uri="{FF2B5EF4-FFF2-40B4-BE49-F238E27FC236}">
                <a16:creationId xmlns:a16="http://schemas.microsoft.com/office/drawing/2014/main" id="{A61A93C3-28AE-4306-8C26-B6062459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7" name="p79-453">
            <a:extLst xmlns:a="http://schemas.openxmlformats.org/drawingml/2006/main">
              <a:ext uri="{FF2B5EF4-FFF2-40B4-BE49-F238E27FC236}">
                <a16:creationId xmlns:a16="http://schemas.microsoft.com/office/drawing/2014/main" id="{AE468D5D-1899-4D15-B863-B12DFAF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327419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A8AA6C-ADEC-4E03-8BCF-F5C38EB67E56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964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BB461-1C41-46C0-AD4C-0F3E21955B0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866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6C778-8C93-40EB-8DD2-48ACAD1E609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768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FA5F0-2C27-4648-B474-DD8522BEA0D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8" name="p79-454">
            <a:extLst xmlns:a="http://schemas.openxmlformats.org/drawingml/2006/main">
              <a:ext uri="{FF2B5EF4-FFF2-40B4-BE49-F238E27FC236}">
                <a16:creationId xmlns:a16="http://schemas.microsoft.com/office/drawing/2014/main" id="{56478B7D-7693-4C43-9175-1382F6CE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455">
            <a:extLst xmlns:a="http://schemas.openxmlformats.org/drawingml/2006/main">
              <a:ext uri="{FF2B5EF4-FFF2-40B4-BE49-F238E27FC236}">
                <a16:creationId xmlns:a16="http://schemas.microsoft.com/office/drawing/2014/main" id="{361FB8A9-45DF-4845-9252-12FA201C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3 — Construir o núcleo MQTT, R06</a:t>
            </a:r>
          </a:p>
        </p:txBody>
      </p:sp>
      <p:sp>
        <p:nvSpPr>
          <p:cNvPr id="3" name="p79-456">
            <a:extLst xmlns:a="http://schemas.openxmlformats.org/drawingml/2006/main">
              <a:ext uri="{FF2B5EF4-FFF2-40B4-BE49-F238E27FC236}">
                <a16:creationId xmlns:a16="http://schemas.microsoft.com/office/drawing/2014/main" id="{19A09ACA-5501-4B6F-B5BA-15F1E633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9 — Handler de conexão e biblioteca: mod.rs/lib.rs</a:t>
            </a:r>
          </a:p>
        </p:txBody>
      </p:sp>
      <p:sp>
        <p:nvSpPr>
          <p:cNvPr id="4" name="p79-457">
            <a:extLst xmlns:a="http://schemas.openxmlformats.org/drawingml/2006/main">
              <a:ext uri="{FF2B5EF4-FFF2-40B4-BE49-F238E27FC236}">
                <a16:creationId xmlns:a16="http://schemas.microsoft.com/office/drawing/2014/main" id="{1F66D7E5-9FA2-437A-A505-907A6367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 conexão coordena o diálogo MQTT</a:t>
            </a:r>
          </a:p>
        </p:txBody>
      </p:sp>
      <p:sp>
        <p:nvSpPr>
          <p:cNvPr id="5" name="p79-458">
            <a:extLst xmlns:a="http://schemas.openxmlformats.org/drawingml/2006/main">
              <a:ext uri="{FF2B5EF4-FFF2-40B4-BE49-F238E27FC236}">
                <a16:creationId xmlns:a16="http://schemas.microsoft.com/office/drawing/2014/main" id="{525A1AF1-6A10-4BA8-BA6A-CA64BB0E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459">
            <a:extLst xmlns:a="http://schemas.openxmlformats.org/drawingml/2006/main">
              <a:ext uri="{FF2B5EF4-FFF2-40B4-BE49-F238E27FC236}">
                <a16:creationId xmlns:a16="http://schemas.microsoft.com/office/drawing/2014/main" id="{E1133D17-A5ED-4643-8644-5F257A83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460">
            <a:extLst xmlns:a="http://schemas.openxmlformats.org/drawingml/2006/main">
              <a:ext uri="{FF2B5EF4-FFF2-40B4-BE49-F238E27FC236}">
                <a16:creationId xmlns:a16="http://schemas.microsoft.com/office/drawing/2014/main" id="{7916A6E1-FC20-4822-9584-9CC824FA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8" name="p79-461">
            <a:extLst xmlns:a="http://schemas.openxmlformats.org/drawingml/2006/main">
              <a:ext uri="{FF2B5EF4-FFF2-40B4-BE49-F238E27FC236}">
                <a16:creationId xmlns:a16="http://schemas.microsoft.com/office/drawing/2014/main" id="{EB674E23-B4E8-41F8-B6C3-5B5A40ED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462">
            <a:extLst xmlns:a="http://schemas.openxmlformats.org/drawingml/2006/main">
              <a:ext uri="{FF2B5EF4-FFF2-40B4-BE49-F238E27FC236}">
                <a16:creationId xmlns:a16="http://schemas.microsoft.com/office/drawing/2014/main" id="{AE5EE4F9-8F30-4E69-9925-E7E1BCC5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463">
            <a:extLst xmlns:a="http://schemas.openxmlformats.org/drawingml/2006/main">
              <a:ext uri="{FF2B5EF4-FFF2-40B4-BE49-F238E27FC236}">
                <a16:creationId xmlns:a16="http://schemas.microsoft.com/office/drawing/2014/main" id="{DF9F8CEB-C0D3-4C5D-A5F6-3CB584D7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Autenticação e sessão</a:t>
            </a:r>
          </a:p>
        </p:txBody>
      </p:sp>
      <p:sp>
        <p:nvSpPr>
          <p:cNvPr id="11" name="p79-464">
            <a:extLst xmlns:a="http://schemas.openxmlformats.org/drawingml/2006/main">
              <a:ext uri="{FF2B5EF4-FFF2-40B4-BE49-F238E27FC236}">
                <a16:creationId xmlns:a16="http://schemas.microsoft.com/office/drawing/2014/main" id="{7B9D3AEF-4597-470D-A6FC-67B68AC6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465">
            <a:extLst xmlns:a="http://schemas.openxmlformats.org/drawingml/2006/main">
              <a:ext uri="{FF2B5EF4-FFF2-40B4-BE49-F238E27FC236}">
                <a16:creationId xmlns:a16="http://schemas.microsoft.com/office/drawing/2014/main" id="{63E4B555-BC7D-499A-A06D-FA52F0FA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466">
            <a:extLst xmlns:a="http://schemas.openxmlformats.org/drawingml/2006/main">
              <a:ext uri="{FF2B5EF4-FFF2-40B4-BE49-F238E27FC236}">
                <a16:creationId xmlns:a16="http://schemas.microsoft.com/office/drawing/2014/main" id="{63BF43E9-2A8A-4E7D-A446-62BFED9B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Leitura de pacotes</a:t>
            </a:r>
          </a:p>
        </p:txBody>
      </p:sp>
      <p:sp>
        <p:nvSpPr>
          <p:cNvPr id="14" name="p79-467">
            <a:extLst xmlns:a="http://schemas.openxmlformats.org/drawingml/2006/main">
              <a:ext uri="{FF2B5EF4-FFF2-40B4-BE49-F238E27FC236}">
                <a16:creationId xmlns:a16="http://schemas.microsoft.com/office/drawing/2014/main" id="{BF3618C5-133E-47E2-A82F-B3D7E593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468">
            <a:extLst xmlns:a="http://schemas.openxmlformats.org/drawingml/2006/main">
              <a:ext uri="{FF2B5EF4-FFF2-40B4-BE49-F238E27FC236}">
                <a16:creationId xmlns:a16="http://schemas.microsoft.com/office/drawing/2014/main" id="{FAB4DC15-4467-4D15-8666-5A125D70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469">
            <a:extLst xmlns:a="http://schemas.openxmlformats.org/drawingml/2006/main">
              <a:ext uri="{FF2B5EF4-FFF2-40B4-BE49-F238E27FC236}">
                <a16:creationId xmlns:a16="http://schemas.microsoft.com/office/drawing/2014/main" id="{5C555C8F-9BBE-4E69-B8E5-78C99BC1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Roteamento e respostas</a:t>
            </a:r>
          </a:p>
        </p:txBody>
      </p:sp>
      <p:sp>
        <p:nvSpPr>
          <p:cNvPr id="17" name="p79-470">
            <a:extLst xmlns:a="http://schemas.openxmlformats.org/drawingml/2006/main">
              <a:ext uri="{FF2B5EF4-FFF2-40B4-BE49-F238E27FC236}">
                <a16:creationId xmlns:a16="http://schemas.microsoft.com/office/drawing/2014/main" id="{64C6F4DB-7F56-48B4-8570-C7A33BB4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471">
            <a:extLst xmlns:a="http://schemas.openxmlformats.org/drawingml/2006/main">
              <a:ext uri="{FF2B5EF4-FFF2-40B4-BE49-F238E27FC236}">
                <a16:creationId xmlns:a16="http://schemas.microsoft.com/office/drawing/2014/main" id="{95F1A78A-2EF1-4C73-8D1E-D6F11F9A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79-472">
            <a:extLst xmlns:a="http://schemas.openxmlformats.org/drawingml/2006/main">
              <a:ext uri="{FF2B5EF4-FFF2-40B4-BE49-F238E27FC236}">
                <a16:creationId xmlns:a16="http://schemas.microsoft.com/office/drawing/2014/main" id="{AF522869-3E1E-487D-BBA1-104F1108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Encerramento</a:t>
            </a:r>
          </a:p>
        </p:txBody>
      </p:sp>
      <p:sp>
        <p:nvSpPr>
          <p:cNvPr id="24" name="p79-473">
            <a:extLst xmlns:a="http://schemas.openxmlformats.org/drawingml/2006/main">
              <a:ext uri="{FF2B5EF4-FFF2-40B4-BE49-F238E27FC236}">
                <a16:creationId xmlns:a16="http://schemas.microsoft.com/office/drawing/2014/main" id="{8D9520C3-102F-4780-AB93-4BEC8F8C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O handler controla o diálogo. lib.rs expõe os módulos que os executáveis usam.</a:t>
            </a:r>
          </a:p>
        </p:txBody>
      </p:sp>
      <p:sp>
        <p:nvSpPr>
          <p:cNvPr id="25" name="p79-474">
            <a:extLst xmlns:a="http://schemas.openxmlformats.org/drawingml/2006/main">
              <a:ext uri="{FF2B5EF4-FFF2-40B4-BE49-F238E27FC236}">
                <a16:creationId xmlns:a16="http://schemas.microsoft.com/office/drawing/2014/main" id="{98C31959-83E8-4AE8-833A-A66E4ECC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79-475">
            <a:extLst xmlns:a="http://schemas.openxmlformats.org/drawingml/2006/main">
              <a:ext uri="{FF2B5EF4-FFF2-40B4-BE49-F238E27FC236}">
                <a16:creationId xmlns:a16="http://schemas.microsoft.com/office/drawing/2014/main" id="{AC0DB3AA-8041-476B-BA09-D612DCBF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7" name="p79-476">
            <a:extLst xmlns:a="http://schemas.openxmlformats.org/drawingml/2006/main">
              <a:ext uri="{FF2B5EF4-FFF2-40B4-BE49-F238E27FC236}">
                <a16:creationId xmlns:a16="http://schemas.microsoft.com/office/drawing/2014/main" id="{399590F6-C32B-49B9-9324-636D3359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07383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E40B7-583F-411C-8A4C-F0EC5479093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232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4A398-D5AC-424A-9F95-7C4ECD51457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402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0" name="p79-477">
            <a:extLst xmlns:a="http://schemas.openxmlformats.org/drawingml/2006/main">
              <a:ext uri="{FF2B5EF4-FFF2-40B4-BE49-F238E27FC236}">
                <a16:creationId xmlns:a16="http://schemas.microsoft.com/office/drawing/2014/main" id="{F2082AE1-5EC5-49EC-9F0E-B12CA4DD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478">
            <a:extLst xmlns:a="http://schemas.openxmlformats.org/drawingml/2006/main">
              <a:ext uri="{FF2B5EF4-FFF2-40B4-BE49-F238E27FC236}">
                <a16:creationId xmlns:a16="http://schemas.microsoft.com/office/drawing/2014/main" id="{10B1BC9C-B019-48E9-9EB6-950C5748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4 — Integrar os programas executáveis</a:t>
            </a:r>
          </a:p>
        </p:txBody>
      </p:sp>
      <p:sp>
        <p:nvSpPr>
          <p:cNvPr id="3" name="p79-479">
            <a:extLst xmlns:a="http://schemas.openxmlformats.org/drawingml/2006/main">
              <a:ext uri="{FF2B5EF4-FFF2-40B4-BE49-F238E27FC236}">
                <a16:creationId xmlns:a16="http://schemas.microsoft.com/office/drawing/2014/main" id="{F8072536-B744-4A12-BDD2-A261CC7E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Aulas 10 a 12</a:t>
            </a:r>
          </a:p>
        </p:txBody>
      </p:sp>
      <p:sp>
        <p:nvSpPr>
          <p:cNvPr id="4" name="p79-480">
            <a:extLst xmlns:a="http://schemas.openxmlformats.org/drawingml/2006/main">
              <a:ext uri="{FF2B5EF4-FFF2-40B4-BE49-F238E27FC236}">
                <a16:creationId xmlns:a16="http://schemas.microsoft.com/office/drawing/2014/main" id="{1709B2CD-0518-4ADE-A565-33AFCBA1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Broker, administrador e cliente</a:t>
            </a:r>
          </a:p>
        </p:txBody>
      </p:sp>
      <p:sp>
        <p:nvSpPr>
          <p:cNvPr id="5" name="p79-481">
            <a:extLst xmlns:a="http://schemas.openxmlformats.org/drawingml/2006/main">
              <a:ext uri="{FF2B5EF4-FFF2-40B4-BE49-F238E27FC236}">
                <a16:creationId xmlns:a16="http://schemas.microsoft.com/office/drawing/2014/main" id="{2CD1CA71-5CFA-47BF-A322-3239990B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4544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482">
            <a:extLst xmlns:a="http://schemas.openxmlformats.org/drawingml/2006/main">
              <a:ext uri="{FF2B5EF4-FFF2-40B4-BE49-F238E27FC236}">
                <a16:creationId xmlns:a16="http://schemas.microsoft.com/office/drawing/2014/main" id="{99F54813-1D11-4D0A-9C06-F9C9BB7C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18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483">
            <a:extLst xmlns:a="http://schemas.openxmlformats.org/drawingml/2006/main">
              <a:ext uri="{FF2B5EF4-FFF2-40B4-BE49-F238E27FC236}">
                <a16:creationId xmlns:a16="http://schemas.microsoft.com/office/drawing/2014/main" id="{DEAD283B-28FF-4063-8F44-5A159355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3187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R07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mqtt-broker</a:t>
            </a:r>
          </a:p>
        </p:txBody>
      </p:sp>
      <p:sp>
        <p:nvSpPr>
          <p:cNvPr id="8" name="p79-484">
            <a:extLst xmlns:a="http://schemas.openxmlformats.org/drawingml/2006/main">
              <a:ext uri="{FF2B5EF4-FFF2-40B4-BE49-F238E27FC236}">
                <a16:creationId xmlns:a16="http://schemas.microsoft.com/office/drawing/2014/main" id="{40C47E13-4884-4ABE-810E-E441BF04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67000"/>
            <a:ext cx="34544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485">
            <a:extLst xmlns:a="http://schemas.openxmlformats.org/drawingml/2006/main">
              <a:ext uri="{FF2B5EF4-FFF2-40B4-BE49-F238E27FC236}">
                <a16:creationId xmlns:a16="http://schemas.microsoft.com/office/drawing/2014/main" id="{F876592C-1EF3-4F04-AF18-1A00C0D0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857500"/>
            <a:ext cx="318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486">
            <a:extLst xmlns:a="http://schemas.openxmlformats.org/drawingml/2006/main">
              <a:ext uri="{FF2B5EF4-FFF2-40B4-BE49-F238E27FC236}">
                <a16:creationId xmlns:a16="http://schemas.microsoft.com/office/drawing/2014/main" id="{8A1446B9-C662-41D8-A01E-05781172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276600"/>
            <a:ext cx="3187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R08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mqtt-admin</a:t>
            </a:r>
          </a:p>
        </p:txBody>
      </p:sp>
      <p:sp>
        <p:nvSpPr>
          <p:cNvPr id="11" name="p79-487">
            <a:extLst xmlns:a="http://schemas.openxmlformats.org/drawingml/2006/main">
              <a:ext uri="{FF2B5EF4-FFF2-40B4-BE49-F238E27FC236}">
                <a16:creationId xmlns:a16="http://schemas.microsoft.com/office/drawing/2014/main" id="{CCCDD5FD-E562-4FBD-B369-18AFDCAD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67000"/>
            <a:ext cx="34544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488">
            <a:extLst xmlns:a="http://schemas.openxmlformats.org/drawingml/2006/main">
              <a:ext uri="{FF2B5EF4-FFF2-40B4-BE49-F238E27FC236}">
                <a16:creationId xmlns:a16="http://schemas.microsoft.com/office/drawing/2014/main" id="{3C229EAE-AD90-41A0-8DF8-9C06ABFC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857500"/>
            <a:ext cx="318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489">
            <a:extLst xmlns:a="http://schemas.openxmlformats.org/drawingml/2006/main">
              <a:ext uri="{FF2B5EF4-FFF2-40B4-BE49-F238E27FC236}">
                <a16:creationId xmlns:a16="http://schemas.microsoft.com/office/drawing/2014/main" id="{1B69DE9E-195E-49F9-9EF1-A0E6FD61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276600"/>
            <a:ext cx="3187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R09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mqtt-client</a:t>
            </a:r>
          </a:p>
        </p:txBody>
      </p:sp>
      <p:sp>
        <p:nvSpPr>
          <p:cNvPr id="16" name="p79-490">
            <a:extLst xmlns:a="http://schemas.openxmlformats.org/drawingml/2006/main">
              <a:ext uri="{FF2B5EF4-FFF2-40B4-BE49-F238E27FC236}">
                <a16:creationId xmlns:a16="http://schemas.microsoft.com/office/drawing/2014/main" id="{D07EF39F-7BA5-42E3-886D-D80DF12A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No primeiro commit, os três executáveis pertencem ao mesmo pacote Cargo</a:t>
            </a:r>
          </a:p>
        </p:txBody>
      </p:sp>
      <p:sp>
        <p:nvSpPr>
          <p:cNvPr id="17" name="p79-491">
            <a:extLst xmlns:a="http://schemas.openxmlformats.org/drawingml/2006/main">
              <a:ext uri="{FF2B5EF4-FFF2-40B4-BE49-F238E27FC236}">
                <a16:creationId xmlns:a16="http://schemas.microsoft.com/office/drawing/2014/main" id="{2288E25E-DD8B-451F-B050-5A078EC6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492">
            <a:extLst xmlns:a="http://schemas.openxmlformats.org/drawingml/2006/main">
              <a:ext uri="{FF2B5EF4-FFF2-40B4-BE49-F238E27FC236}">
                <a16:creationId xmlns:a16="http://schemas.microsoft.com/office/drawing/2014/main" id="{FC884FAA-B67D-45A7-A1B6-FF1858F5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9" name="p79-493">
            <a:extLst xmlns:a="http://schemas.openxmlformats.org/drawingml/2006/main">
              <a:ext uri="{FF2B5EF4-FFF2-40B4-BE49-F238E27FC236}">
                <a16:creationId xmlns:a16="http://schemas.microsoft.com/office/drawing/2014/main" id="{3D60342A-FD17-4858-8D5C-6D51569D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605657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23F6B-7F0E-4CBE-B7FC-766858F035A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964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C169B-3E38-4B09-BCA5-C3833D8C5CE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866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981B4-FB8E-4CE3-9956-7E1D4538BD9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768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5EC44-490E-417E-84C5-316F4415678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8" name="p79-494">
            <a:extLst xmlns:a="http://schemas.openxmlformats.org/drawingml/2006/main">
              <a:ext uri="{FF2B5EF4-FFF2-40B4-BE49-F238E27FC236}">
                <a16:creationId xmlns:a16="http://schemas.microsoft.com/office/drawing/2014/main" id="{50A7AF30-6C33-4D3C-9CF9-3174094A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495">
            <a:extLst xmlns:a="http://schemas.openxmlformats.org/drawingml/2006/main">
              <a:ext uri="{FF2B5EF4-FFF2-40B4-BE49-F238E27FC236}">
                <a16:creationId xmlns:a16="http://schemas.microsoft.com/office/drawing/2014/main" id="{6117D0A9-FDA3-4E07-A3ED-AFE6C5D9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4 — Integrar os programas executáveis</a:t>
            </a:r>
          </a:p>
        </p:txBody>
      </p:sp>
      <p:sp>
        <p:nvSpPr>
          <p:cNvPr id="3" name="p79-496">
            <a:extLst xmlns:a="http://schemas.openxmlformats.org/drawingml/2006/main">
              <a:ext uri="{FF2B5EF4-FFF2-40B4-BE49-F238E27FC236}">
                <a16:creationId xmlns:a16="http://schemas.microsoft.com/office/drawing/2014/main" id="{32BF9A10-6207-4B84-9C3B-C7FBECEC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10 — Inicialização do broker, R07</a:t>
            </a:r>
          </a:p>
        </p:txBody>
      </p:sp>
      <p:sp>
        <p:nvSpPr>
          <p:cNvPr id="4" name="p79-497">
            <a:extLst xmlns:a="http://schemas.openxmlformats.org/drawingml/2006/main">
              <a:ext uri="{FF2B5EF4-FFF2-40B4-BE49-F238E27FC236}">
                <a16:creationId xmlns:a16="http://schemas.microsoft.com/office/drawing/2014/main" id="{E168DA13-0472-4DDA-A5CC-EC0DA5E6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main.rs conecta os componentes</a:t>
            </a:r>
          </a:p>
        </p:txBody>
      </p:sp>
      <p:sp>
        <p:nvSpPr>
          <p:cNvPr id="5" name="p79-498">
            <a:extLst xmlns:a="http://schemas.openxmlformats.org/drawingml/2006/main">
              <a:ext uri="{FF2B5EF4-FFF2-40B4-BE49-F238E27FC236}">
                <a16:creationId xmlns:a16="http://schemas.microsoft.com/office/drawing/2014/main" id="{5DDC0733-FCFA-4E0D-BEB5-9852973D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499">
            <a:extLst xmlns:a="http://schemas.openxmlformats.org/drawingml/2006/main">
              <a:ext uri="{FF2B5EF4-FFF2-40B4-BE49-F238E27FC236}">
                <a16:creationId xmlns:a16="http://schemas.microsoft.com/office/drawing/2014/main" id="{DE649AF9-54F5-48A7-951C-16363188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500">
            <a:extLst xmlns:a="http://schemas.openxmlformats.org/drawingml/2006/main">
              <a:ext uri="{FF2B5EF4-FFF2-40B4-BE49-F238E27FC236}">
                <a16:creationId xmlns:a16="http://schemas.microsoft.com/office/drawing/2014/main" id="{DF83857E-DAF9-4937-9604-70BFBC27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Ler configuração</a:t>
            </a:r>
          </a:p>
        </p:txBody>
      </p:sp>
      <p:sp>
        <p:nvSpPr>
          <p:cNvPr id="8" name="p79-501">
            <a:extLst xmlns:a="http://schemas.openxmlformats.org/drawingml/2006/main">
              <a:ext uri="{FF2B5EF4-FFF2-40B4-BE49-F238E27FC236}">
                <a16:creationId xmlns:a16="http://schemas.microsoft.com/office/drawing/2014/main" id="{04F4F571-7A17-4C13-A2DB-C532AD61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502">
            <a:extLst xmlns:a="http://schemas.openxmlformats.org/drawingml/2006/main">
              <a:ext uri="{FF2B5EF4-FFF2-40B4-BE49-F238E27FC236}">
                <a16:creationId xmlns:a16="http://schemas.microsoft.com/office/drawing/2014/main" id="{66DF831C-6ED3-46CB-8216-5F1E6B66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503">
            <a:extLst xmlns:a="http://schemas.openxmlformats.org/drawingml/2006/main">
              <a:ext uri="{FF2B5EF4-FFF2-40B4-BE49-F238E27FC236}">
                <a16:creationId xmlns:a16="http://schemas.microsoft.com/office/drawing/2014/main" id="{6FB2D483-6452-41A2-8C42-B6A09027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Validar perfil</a:t>
            </a:r>
          </a:p>
        </p:txBody>
      </p:sp>
      <p:sp>
        <p:nvSpPr>
          <p:cNvPr id="11" name="p79-504">
            <a:extLst xmlns:a="http://schemas.openxmlformats.org/drawingml/2006/main">
              <a:ext uri="{FF2B5EF4-FFF2-40B4-BE49-F238E27FC236}">
                <a16:creationId xmlns:a16="http://schemas.microsoft.com/office/drawing/2014/main" id="{D5954D1C-78C6-4248-ABC7-F3D94972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505">
            <a:extLst xmlns:a="http://schemas.openxmlformats.org/drawingml/2006/main">
              <a:ext uri="{FF2B5EF4-FFF2-40B4-BE49-F238E27FC236}">
                <a16:creationId xmlns:a16="http://schemas.microsoft.com/office/drawing/2014/main" id="{87AADB96-1227-4ABE-8BA4-F3052971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506">
            <a:extLst xmlns:a="http://schemas.openxmlformats.org/drawingml/2006/main">
              <a:ext uri="{FF2B5EF4-FFF2-40B4-BE49-F238E27FC236}">
                <a16:creationId xmlns:a16="http://schemas.microsoft.com/office/drawing/2014/main" id="{476348E6-3F50-474C-826D-9A11A16A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Abrir estado</a:t>
            </a:r>
          </a:p>
        </p:txBody>
      </p:sp>
      <p:sp>
        <p:nvSpPr>
          <p:cNvPr id="14" name="p79-507">
            <a:extLst xmlns:a="http://schemas.openxmlformats.org/drawingml/2006/main">
              <a:ext uri="{FF2B5EF4-FFF2-40B4-BE49-F238E27FC236}">
                <a16:creationId xmlns:a16="http://schemas.microsoft.com/office/drawing/2014/main" id="{622282F8-57A6-49A1-8E81-76A3E1B2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508">
            <a:extLst xmlns:a="http://schemas.openxmlformats.org/drawingml/2006/main">
              <a:ext uri="{FF2B5EF4-FFF2-40B4-BE49-F238E27FC236}">
                <a16:creationId xmlns:a16="http://schemas.microsoft.com/office/drawing/2014/main" id="{48E5702E-4248-47E1-AAC2-CE7153B5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509">
            <a:extLst xmlns:a="http://schemas.openxmlformats.org/drawingml/2006/main">
              <a:ext uri="{FF2B5EF4-FFF2-40B4-BE49-F238E27FC236}">
                <a16:creationId xmlns:a16="http://schemas.microsoft.com/office/drawing/2014/main" id="{39AD97C5-ABCB-4621-8C91-1DBA6234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Montar handler</a:t>
            </a:r>
          </a:p>
        </p:txBody>
      </p:sp>
      <p:sp>
        <p:nvSpPr>
          <p:cNvPr id="17" name="p79-510">
            <a:extLst xmlns:a="http://schemas.openxmlformats.org/drawingml/2006/main">
              <a:ext uri="{FF2B5EF4-FFF2-40B4-BE49-F238E27FC236}">
                <a16:creationId xmlns:a16="http://schemas.microsoft.com/office/drawing/2014/main" id="{3027B9D9-F63B-43B6-9919-B991CB2D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511">
            <a:extLst xmlns:a="http://schemas.openxmlformats.org/drawingml/2006/main">
              <a:ext uri="{FF2B5EF4-FFF2-40B4-BE49-F238E27FC236}">
                <a16:creationId xmlns:a16="http://schemas.microsoft.com/office/drawing/2014/main" id="{C7DFAF15-4161-4BEF-9AB7-E3203664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79-512">
            <a:extLst xmlns:a="http://schemas.openxmlformats.org/drawingml/2006/main">
              <a:ext uri="{FF2B5EF4-FFF2-40B4-BE49-F238E27FC236}">
                <a16:creationId xmlns:a16="http://schemas.microsoft.com/office/drawing/2014/main" id="{BB5DD89F-27E7-4C92-A204-A463DE10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Aceitar conexões</a:t>
            </a:r>
          </a:p>
        </p:txBody>
      </p:sp>
      <p:sp>
        <p:nvSpPr>
          <p:cNvPr id="24" name="p79-513">
            <a:extLst xmlns:a="http://schemas.openxmlformats.org/drawingml/2006/main">
              <a:ext uri="{FF2B5EF4-FFF2-40B4-BE49-F238E27FC236}">
                <a16:creationId xmlns:a16="http://schemas.microsoft.com/office/drawing/2014/main" id="{6307CB7D-3A6B-4102-9405-B971D21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Substitua o main.rs inicial somente nesta etapa</a:t>
            </a:r>
          </a:p>
        </p:txBody>
      </p:sp>
      <p:sp>
        <p:nvSpPr>
          <p:cNvPr id="25" name="p79-514">
            <a:extLst xmlns:a="http://schemas.openxmlformats.org/drawingml/2006/main">
              <a:ext uri="{FF2B5EF4-FFF2-40B4-BE49-F238E27FC236}">
                <a16:creationId xmlns:a16="http://schemas.microsoft.com/office/drawing/2014/main" id="{53F6F540-790D-4533-9FEB-85298EF4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79-515">
            <a:extLst xmlns:a="http://schemas.openxmlformats.org/drawingml/2006/main">
              <a:ext uri="{FF2B5EF4-FFF2-40B4-BE49-F238E27FC236}">
                <a16:creationId xmlns:a16="http://schemas.microsoft.com/office/drawing/2014/main" id="{2BAC5729-F656-4EA3-8A01-0841E282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7" name="p79-516">
            <a:extLst xmlns:a="http://schemas.openxmlformats.org/drawingml/2006/main">
              <a:ext uri="{FF2B5EF4-FFF2-40B4-BE49-F238E27FC236}">
                <a16:creationId xmlns:a16="http://schemas.microsoft.com/office/drawing/2014/main" id="{C7CFD76F-E934-43FD-9D17-7BA2592A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853722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79-517">
            <a:extLst xmlns:a="http://schemas.openxmlformats.org/drawingml/2006/main">
              <a:ext uri="{FF2B5EF4-FFF2-40B4-BE49-F238E27FC236}">
                <a16:creationId xmlns:a16="http://schemas.microsoft.com/office/drawing/2014/main" id="{9A227C21-6031-4962-BB7E-B87D8835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518">
            <a:extLst xmlns:a="http://schemas.openxmlformats.org/drawingml/2006/main">
              <a:ext uri="{FF2B5EF4-FFF2-40B4-BE49-F238E27FC236}">
                <a16:creationId xmlns:a16="http://schemas.microsoft.com/office/drawing/2014/main" id="{FCE3198C-4C48-46FC-97CA-B2821DBB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4 — Integrar os programas executáveis</a:t>
            </a:r>
          </a:p>
        </p:txBody>
      </p:sp>
      <p:sp>
        <p:nvSpPr>
          <p:cNvPr id="3" name="p79-519">
            <a:extLst xmlns:a="http://schemas.openxmlformats.org/drawingml/2006/main">
              <a:ext uri="{FF2B5EF4-FFF2-40B4-BE49-F238E27FC236}">
                <a16:creationId xmlns:a16="http://schemas.microsoft.com/office/drawing/2014/main" id="{097A3093-BE37-4DD8-9825-F147E9A8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11 — Administrador, R08</a:t>
            </a:r>
          </a:p>
        </p:txBody>
      </p:sp>
      <p:sp>
        <p:nvSpPr>
          <p:cNvPr id="4" name="p79-520">
            <a:extLst xmlns:a="http://schemas.openxmlformats.org/drawingml/2006/main">
              <a:ext uri="{FF2B5EF4-FFF2-40B4-BE49-F238E27FC236}">
                <a16:creationId xmlns:a16="http://schemas.microsoft.com/office/drawing/2014/main" id="{EF2F947D-AE8A-438B-B05C-F27B2103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Administração local de usuários</a:t>
            </a:r>
          </a:p>
        </p:txBody>
      </p:sp>
      <p:sp>
        <p:nvSpPr>
          <p:cNvPr id="5" name="p79-521">
            <a:extLst xmlns:a="http://schemas.openxmlformats.org/drawingml/2006/main">
              <a:ext uri="{FF2B5EF4-FFF2-40B4-BE49-F238E27FC236}">
                <a16:creationId xmlns:a16="http://schemas.microsoft.com/office/drawing/2014/main" id="{28AC84C3-6A15-4933-9E86-0004D99F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19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522">
            <a:extLst xmlns:a="http://schemas.openxmlformats.org/drawingml/2006/main">
              <a:ext uri="{FF2B5EF4-FFF2-40B4-BE49-F238E27FC236}">
                <a16:creationId xmlns:a16="http://schemas.microsoft.com/office/drawing/2014/main" id="{B3AD0472-260F-4895-B15C-DC7EED23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57531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src/bin/mqtt-admin/main.rs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cargo build --locked --bins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cargo run --locked --bin mqtt-admin -- --help</a:t>
            </a:r>
          </a:p>
        </p:txBody>
      </p:sp>
      <p:sp>
        <p:nvSpPr>
          <p:cNvPr id="7" name="p79-523">
            <a:extLst xmlns:a="http://schemas.openxmlformats.org/drawingml/2006/main">
              <a:ext uri="{FF2B5EF4-FFF2-40B4-BE49-F238E27FC236}">
                <a16:creationId xmlns:a16="http://schemas.microsoft.com/office/drawing/2014/main" id="{1942B5DE-8EC1-4AD3-AD85-C51C4D92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Crie o diretório e digite o arquivo R08</a:t>
            </a:r>
          </a:p>
        </p:txBody>
      </p:sp>
      <p:sp>
        <p:nvSpPr>
          <p:cNvPr id="8" name="p79-524">
            <a:extLst xmlns:a="http://schemas.openxmlformats.org/drawingml/2006/main">
              <a:ext uri="{FF2B5EF4-FFF2-40B4-BE49-F238E27FC236}">
                <a16:creationId xmlns:a16="http://schemas.microsoft.com/office/drawing/2014/main" id="{989AF595-685E-4F60-918C-1AEE9DA2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623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rpassword lê senha sem eco no terminal</a:t>
            </a:r>
          </a:p>
        </p:txBody>
      </p:sp>
      <p:sp>
        <p:nvSpPr>
          <p:cNvPr id="9" name="p79-525">
            <a:extLst xmlns:a="http://schemas.openxmlformats.org/drawingml/2006/main">
              <a:ext uri="{FF2B5EF4-FFF2-40B4-BE49-F238E27FC236}">
                <a16:creationId xmlns:a16="http://schemas.microsoft.com/office/drawing/2014/main" id="{D500EAC0-0213-4861-BA91-C2E4DA62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Argon2 verifica credenciais derivadas</a:t>
            </a:r>
          </a:p>
        </p:txBody>
      </p:sp>
      <p:sp>
        <p:nvSpPr>
          <p:cNvPr id="10" name="p79-526">
            <a:extLst xmlns:a="http://schemas.openxmlformats.org/drawingml/2006/main">
              <a:ext uri="{FF2B5EF4-FFF2-40B4-BE49-F238E27FC236}">
                <a16:creationId xmlns:a16="http://schemas.microsoft.com/office/drawing/2014/main" id="{95304C3C-E585-430A-8FD1-617DFE3A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4347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Operações atômicas exigem ambiente Unix</a:t>
            </a:r>
          </a:p>
        </p:txBody>
      </p:sp>
      <p:sp>
        <p:nvSpPr>
          <p:cNvPr id="11" name="p79-527">
            <a:extLst xmlns:a="http://schemas.openxmlformats.org/drawingml/2006/main">
              <a:ext uri="{FF2B5EF4-FFF2-40B4-BE49-F238E27FC236}">
                <a16:creationId xmlns:a16="http://schemas.microsoft.com/office/drawing/2014/main" id="{BA8D5AA0-1E1F-4F19-BB2D-A1D4B9DA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528">
            <a:extLst xmlns:a="http://schemas.openxmlformats.org/drawingml/2006/main">
              <a:ext uri="{FF2B5EF4-FFF2-40B4-BE49-F238E27FC236}">
                <a16:creationId xmlns:a16="http://schemas.microsoft.com/office/drawing/2014/main" id="{772C36B1-2AE2-43EF-871A-9C3C8963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3" name="p79-529">
            <a:extLst xmlns:a="http://schemas.openxmlformats.org/drawingml/2006/main">
              <a:ext uri="{FF2B5EF4-FFF2-40B4-BE49-F238E27FC236}">
                <a16:creationId xmlns:a16="http://schemas.microsoft.com/office/drawing/2014/main" id="{A852E48B-C14B-40FB-8A25-38B10F96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959969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9AB4D-D1D4-48DB-8625-F863DF5FE20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964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CA10A-F637-47CC-8B5A-FEE5706468A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866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DA761-A1F3-478B-8BD2-7FDAABF0BAB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768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3DB50-3C42-4BB1-8921-5244CAE14C6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8" name="p79-530">
            <a:extLst xmlns:a="http://schemas.openxmlformats.org/drawingml/2006/main">
              <a:ext uri="{FF2B5EF4-FFF2-40B4-BE49-F238E27FC236}">
                <a16:creationId xmlns:a16="http://schemas.microsoft.com/office/drawing/2014/main" id="{343FC765-752F-42AE-9C2D-035AE30E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531">
            <a:extLst xmlns:a="http://schemas.openxmlformats.org/drawingml/2006/main">
              <a:ext uri="{FF2B5EF4-FFF2-40B4-BE49-F238E27FC236}">
                <a16:creationId xmlns:a16="http://schemas.microsoft.com/office/drawing/2014/main" id="{D4A17C2D-1AB8-4D1D-B9AB-D51C469A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4 — Integrar os programas executáveis</a:t>
            </a:r>
          </a:p>
        </p:txBody>
      </p:sp>
      <p:sp>
        <p:nvSpPr>
          <p:cNvPr id="3" name="p79-532">
            <a:extLst xmlns:a="http://schemas.openxmlformats.org/drawingml/2006/main">
              <a:ext uri="{FF2B5EF4-FFF2-40B4-BE49-F238E27FC236}">
                <a16:creationId xmlns:a16="http://schemas.microsoft.com/office/drawing/2014/main" id="{DA182217-86D1-48C8-A727-DBFC43A4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12 — Client, R09</a:t>
            </a:r>
          </a:p>
        </p:txBody>
      </p:sp>
      <p:sp>
        <p:nvSpPr>
          <p:cNvPr id="4" name="p79-533">
            <a:extLst xmlns:a="http://schemas.openxmlformats.org/drawingml/2006/main">
              <a:ext uri="{FF2B5EF4-FFF2-40B4-BE49-F238E27FC236}">
                <a16:creationId xmlns:a16="http://schemas.microsoft.com/office/drawing/2014/main" id="{5C138024-ADD9-4DC9-A273-5D0AECE6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Publicação e assinatura pelo client</a:t>
            </a:r>
          </a:p>
        </p:txBody>
      </p:sp>
      <p:sp>
        <p:nvSpPr>
          <p:cNvPr id="5" name="p79-534">
            <a:extLst xmlns:a="http://schemas.openxmlformats.org/drawingml/2006/main">
              <a:ext uri="{FF2B5EF4-FFF2-40B4-BE49-F238E27FC236}">
                <a16:creationId xmlns:a16="http://schemas.microsoft.com/office/drawing/2014/main" id="{9341B62F-2B84-4A37-B684-09DEF726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535">
            <a:extLst xmlns:a="http://schemas.openxmlformats.org/drawingml/2006/main">
              <a:ext uri="{FF2B5EF4-FFF2-40B4-BE49-F238E27FC236}">
                <a16:creationId xmlns:a16="http://schemas.microsoft.com/office/drawing/2014/main" id="{7470B21D-B74D-41DB-A6C5-B3FB9CE2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536">
            <a:extLst xmlns:a="http://schemas.openxmlformats.org/drawingml/2006/main">
              <a:ext uri="{FF2B5EF4-FFF2-40B4-BE49-F238E27FC236}">
                <a16:creationId xmlns:a16="http://schemas.microsoft.com/office/drawing/2014/main" id="{61B5F8A5-1C1A-460E-B22D-C359BAFA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cli.rs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Argumentos</a:t>
            </a:r>
          </a:p>
        </p:txBody>
      </p:sp>
      <p:sp>
        <p:nvSpPr>
          <p:cNvPr id="8" name="p79-537">
            <a:extLst xmlns:a="http://schemas.openxmlformats.org/drawingml/2006/main">
              <a:ext uri="{FF2B5EF4-FFF2-40B4-BE49-F238E27FC236}">
                <a16:creationId xmlns:a16="http://schemas.microsoft.com/office/drawing/2014/main" id="{C67F7E88-18F7-4118-9FF6-63C4B5F6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538">
            <a:extLst xmlns:a="http://schemas.openxmlformats.org/drawingml/2006/main">
              <a:ext uri="{FF2B5EF4-FFF2-40B4-BE49-F238E27FC236}">
                <a16:creationId xmlns:a16="http://schemas.microsoft.com/office/drawing/2014/main" id="{8065B5BE-040D-47A6-9C3C-03DBFE34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539">
            <a:extLst xmlns:a="http://schemas.openxmlformats.org/drawingml/2006/main">
              <a:ext uri="{FF2B5EF4-FFF2-40B4-BE49-F238E27FC236}">
                <a16:creationId xmlns:a16="http://schemas.microsoft.com/office/drawing/2014/main" id="{102E2482-2747-4D4C-93F4-033116C4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credentials.rs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Credenciais</a:t>
            </a:r>
          </a:p>
        </p:txBody>
      </p:sp>
      <p:sp>
        <p:nvSpPr>
          <p:cNvPr id="11" name="p79-540">
            <a:extLst xmlns:a="http://schemas.openxmlformats.org/drawingml/2006/main">
              <a:ext uri="{FF2B5EF4-FFF2-40B4-BE49-F238E27FC236}">
                <a16:creationId xmlns:a16="http://schemas.microsoft.com/office/drawing/2014/main" id="{882EF069-721A-4E81-A4E6-72DB34BB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541">
            <a:extLst xmlns:a="http://schemas.openxmlformats.org/drawingml/2006/main">
              <a:ext uri="{FF2B5EF4-FFF2-40B4-BE49-F238E27FC236}">
                <a16:creationId xmlns:a16="http://schemas.microsoft.com/office/drawing/2014/main" id="{6E642EDB-9B11-4C9E-B9CE-B4011F5A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542">
            <a:extLst xmlns:a="http://schemas.openxmlformats.org/drawingml/2006/main">
              <a:ext uri="{FF2B5EF4-FFF2-40B4-BE49-F238E27FC236}">
                <a16:creationId xmlns:a16="http://schemas.microsoft.com/office/drawing/2014/main" id="{D424C4D6-6325-48F1-9CA5-CE3180DF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tls.rs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Certificados</a:t>
            </a:r>
          </a:p>
        </p:txBody>
      </p:sp>
      <p:sp>
        <p:nvSpPr>
          <p:cNvPr id="14" name="p79-543">
            <a:extLst xmlns:a="http://schemas.openxmlformats.org/drawingml/2006/main">
              <a:ext uri="{FF2B5EF4-FFF2-40B4-BE49-F238E27FC236}">
                <a16:creationId xmlns:a16="http://schemas.microsoft.com/office/drawing/2014/main" id="{61CF439A-C96A-4232-928C-85509B00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544">
            <a:extLst xmlns:a="http://schemas.openxmlformats.org/drawingml/2006/main">
              <a:ext uri="{FF2B5EF4-FFF2-40B4-BE49-F238E27FC236}">
                <a16:creationId xmlns:a16="http://schemas.microsoft.com/office/drawing/2014/main" id="{3368E5D1-CC85-448F-9E63-3107E0DA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545">
            <a:extLst xmlns:a="http://schemas.openxmlformats.org/drawingml/2006/main">
              <a:ext uri="{FF2B5EF4-FFF2-40B4-BE49-F238E27FC236}">
                <a16:creationId xmlns:a16="http://schemas.microsoft.com/office/drawing/2014/main" id="{A608519B-638C-466E-90C2-7ADEBA1B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session.rs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Conexão</a:t>
            </a:r>
          </a:p>
        </p:txBody>
      </p:sp>
      <p:sp>
        <p:nvSpPr>
          <p:cNvPr id="17" name="p79-546">
            <a:extLst xmlns:a="http://schemas.openxmlformats.org/drawingml/2006/main">
              <a:ext uri="{FF2B5EF4-FFF2-40B4-BE49-F238E27FC236}">
                <a16:creationId xmlns:a16="http://schemas.microsoft.com/office/drawing/2014/main" id="{050B7C9C-DC83-47B2-A91D-656BB5F6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547">
            <a:extLst xmlns:a="http://schemas.openxmlformats.org/drawingml/2006/main">
              <a:ext uri="{FF2B5EF4-FFF2-40B4-BE49-F238E27FC236}">
                <a16:creationId xmlns:a16="http://schemas.microsoft.com/office/drawing/2014/main" id="{2F1402F9-661B-41A1-B1A2-0F72F2B4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79-548">
            <a:extLst xmlns:a="http://schemas.openxmlformats.org/drawingml/2006/main">
              <a:ext uri="{FF2B5EF4-FFF2-40B4-BE49-F238E27FC236}">
                <a16:creationId xmlns:a16="http://schemas.microsoft.com/office/drawing/2014/main" id="{CC4414B1-E555-4FD9-A250-A39B91C6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main.rs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24" name="p79-549">
            <a:extLst xmlns:a="http://schemas.openxmlformats.org/drawingml/2006/main">
              <a:ext uri="{FF2B5EF4-FFF2-40B4-BE49-F238E27FC236}">
                <a16:creationId xmlns:a16="http://schemas.microsoft.com/office/drawing/2014/main" id="{0C58E419-FC6B-4F90-837F-1C254296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rumqttc implementa a comunicação do cliente com o broker</a:t>
            </a:r>
          </a:p>
        </p:txBody>
      </p:sp>
      <p:sp>
        <p:nvSpPr>
          <p:cNvPr id="25" name="p79-550">
            <a:extLst xmlns:a="http://schemas.openxmlformats.org/drawingml/2006/main">
              <a:ext uri="{FF2B5EF4-FFF2-40B4-BE49-F238E27FC236}">
                <a16:creationId xmlns:a16="http://schemas.microsoft.com/office/drawing/2014/main" id="{749A731C-AB2B-459F-9855-B1AA026F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79-551">
            <a:extLst xmlns:a="http://schemas.openxmlformats.org/drawingml/2006/main">
              <a:ext uri="{FF2B5EF4-FFF2-40B4-BE49-F238E27FC236}">
                <a16:creationId xmlns:a16="http://schemas.microsoft.com/office/drawing/2014/main" id="{AD9A903E-7014-48E5-B8CD-6D44C84D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7" name="p79-552">
            <a:extLst xmlns:a="http://schemas.openxmlformats.org/drawingml/2006/main">
              <a:ext uri="{FF2B5EF4-FFF2-40B4-BE49-F238E27FC236}">
                <a16:creationId xmlns:a16="http://schemas.microsoft.com/office/drawing/2014/main" id="{3A7F626D-3480-47CC-A1A7-355DE9C2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257942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40D05-9432-454A-8393-0B933C29ED7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964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0C5D9-E360-4067-8DE2-D36DB153FBE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866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0E80ED-DAEC-4155-84E7-6508239001D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768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E52B4-E6EF-4B27-8715-03773086423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8" name="p79-553">
            <a:extLst xmlns:a="http://schemas.openxmlformats.org/drawingml/2006/main">
              <a:ext uri="{FF2B5EF4-FFF2-40B4-BE49-F238E27FC236}">
                <a16:creationId xmlns:a16="http://schemas.microsoft.com/office/drawing/2014/main" id="{3DCCB7D8-B528-4ADE-B3F2-7F14AAF6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554">
            <a:extLst xmlns:a="http://schemas.openxmlformats.org/drawingml/2006/main">
              <a:ext uri="{FF2B5EF4-FFF2-40B4-BE49-F238E27FC236}">
                <a16:creationId xmlns:a16="http://schemas.microsoft.com/office/drawing/2014/main" id="{3D9CF4EA-C72A-4F24-8F31-9BF6AF8D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5 — Completar os arquivos, validar e criar o commit, R10</a:t>
            </a:r>
          </a:p>
        </p:txBody>
      </p:sp>
      <p:sp>
        <p:nvSpPr>
          <p:cNvPr id="3" name="p79-555">
            <a:extLst xmlns:a="http://schemas.openxmlformats.org/drawingml/2006/main">
              <a:ext uri="{FF2B5EF4-FFF2-40B4-BE49-F238E27FC236}">
                <a16:creationId xmlns:a16="http://schemas.microsoft.com/office/drawing/2014/main" id="{D5AD6746-ADF9-468B-998D-CAEFCBF2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Aulas 13 a 16</a:t>
            </a:r>
          </a:p>
        </p:txBody>
      </p:sp>
      <p:sp>
        <p:nvSpPr>
          <p:cNvPr id="4" name="p79-556">
            <a:extLst xmlns:a="http://schemas.openxmlformats.org/drawingml/2006/main">
              <a:ext uri="{FF2B5EF4-FFF2-40B4-BE49-F238E27FC236}">
                <a16:creationId xmlns:a16="http://schemas.microsoft.com/office/drawing/2014/main" id="{AB932802-F0A7-42EC-9EF8-7480BA25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Validação e primeiro commit</a:t>
            </a:r>
          </a:p>
        </p:txBody>
      </p:sp>
      <p:sp>
        <p:nvSpPr>
          <p:cNvPr id="5" name="p79-557">
            <a:extLst xmlns:a="http://schemas.openxmlformats.org/drawingml/2006/main">
              <a:ext uri="{FF2B5EF4-FFF2-40B4-BE49-F238E27FC236}">
                <a16:creationId xmlns:a16="http://schemas.microsoft.com/office/drawing/2014/main" id="{EF828487-6E3C-4107-B60C-D5DEF5CC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558">
            <a:extLst xmlns:a="http://schemas.openxmlformats.org/drawingml/2006/main">
              <a:ext uri="{FF2B5EF4-FFF2-40B4-BE49-F238E27FC236}">
                <a16:creationId xmlns:a16="http://schemas.microsoft.com/office/drawing/2014/main" id="{BDFCA176-3B03-42B6-9EF6-9269CEE1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559">
            <a:extLst xmlns:a="http://schemas.openxmlformats.org/drawingml/2006/main">
              <a:ext uri="{FF2B5EF4-FFF2-40B4-BE49-F238E27FC236}">
                <a16:creationId xmlns:a16="http://schemas.microsoft.com/office/drawing/2014/main" id="{89E0BE3F-7F8F-4A0E-A5D3-DEF464F7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Completar arquivos</a:t>
            </a:r>
          </a:p>
        </p:txBody>
      </p:sp>
      <p:sp>
        <p:nvSpPr>
          <p:cNvPr id="8" name="p79-560">
            <a:extLst xmlns:a="http://schemas.openxmlformats.org/drawingml/2006/main">
              <a:ext uri="{FF2B5EF4-FFF2-40B4-BE49-F238E27FC236}">
                <a16:creationId xmlns:a16="http://schemas.microsoft.com/office/drawing/2014/main" id="{56EDA188-6FEE-4B17-A190-72480AE8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561">
            <a:extLst xmlns:a="http://schemas.openxmlformats.org/drawingml/2006/main">
              <a:ext uri="{FF2B5EF4-FFF2-40B4-BE49-F238E27FC236}">
                <a16:creationId xmlns:a16="http://schemas.microsoft.com/office/drawing/2014/main" id="{F907F02E-4467-4CA0-BD52-3928EDA1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562">
            <a:extLst xmlns:a="http://schemas.openxmlformats.org/drawingml/2006/main">
              <a:ext uri="{FF2B5EF4-FFF2-40B4-BE49-F238E27FC236}">
                <a16:creationId xmlns:a16="http://schemas.microsoft.com/office/drawing/2014/main" id="{CB20FF69-41F9-4627-A134-C0AB3648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Compilar e testar</a:t>
            </a:r>
          </a:p>
        </p:txBody>
      </p:sp>
      <p:sp>
        <p:nvSpPr>
          <p:cNvPr id="11" name="p79-563">
            <a:extLst xmlns:a="http://schemas.openxmlformats.org/drawingml/2006/main">
              <a:ext uri="{FF2B5EF4-FFF2-40B4-BE49-F238E27FC236}">
                <a16:creationId xmlns:a16="http://schemas.microsoft.com/office/drawing/2014/main" id="{DA7F2F56-EA0A-4CFF-B192-9C86A6C4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564">
            <a:extLst xmlns:a="http://schemas.openxmlformats.org/drawingml/2006/main">
              <a:ext uri="{FF2B5EF4-FFF2-40B4-BE49-F238E27FC236}">
                <a16:creationId xmlns:a16="http://schemas.microsoft.com/office/drawing/2014/main" id="{DE9E1CBF-3948-4612-9DDD-7166D722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565">
            <a:extLst xmlns:a="http://schemas.openxmlformats.org/drawingml/2006/main">
              <a:ext uri="{FF2B5EF4-FFF2-40B4-BE49-F238E27FC236}">
                <a16:creationId xmlns:a16="http://schemas.microsoft.com/office/drawing/2014/main" id="{62E0A2D7-0E78-4FB4-B43D-571CB85D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Ensaiar pub/sub</a:t>
            </a:r>
          </a:p>
        </p:txBody>
      </p:sp>
      <p:sp>
        <p:nvSpPr>
          <p:cNvPr id="14" name="p79-566">
            <a:extLst xmlns:a="http://schemas.openxmlformats.org/drawingml/2006/main">
              <a:ext uri="{FF2B5EF4-FFF2-40B4-BE49-F238E27FC236}">
                <a16:creationId xmlns:a16="http://schemas.microsoft.com/office/drawing/2014/main" id="{FC044697-6A6A-4882-BCB3-CF1B9CF5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79-567">
            <a:extLst xmlns:a="http://schemas.openxmlformats.org/drawingml/2006/main">
              <a:ext uri="{FF2B5EF4-FFF2-40B4-BE49-F238E27FC236}">
                <a16:creationId xmlns:a16="http://schemas.microsoft.com/office/drawing/2014/main" id="{47B19396-5140-43AA-976D-2451EEEE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79-568">
            <a:extLst xmlns:a="http://schemas.openxmlformats.org/drawingml/2006/main">
              <a:ext uri="{FF2B5EF4-FFF2-40B4-BE49-F238E27FC236}">
                <a16:creationId xmlns:a16="http://schemas.microsoft.com/office/drawing/2014/main" id="{114DAAB2-A16B-4C5F-B572-AB47FB92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Revisar o Git</a:t>
            </a:r>
          </a:p>
        </p:txBody>
      </p:sp>
      <p:sp>
        <p:nvSpPr>
          <p:cNvPr id="17" name="p79-569">
            <a:extLst xmlns:a="http://schemas.openxmlformats.org/drawingml/2006/main">
              <a:ext uri="{FF2B5EF4-FFF2-40B4-BE49-F238E27FC236}">
                <a16:creationId xmlns:a16="http://schemas.microsoft.com/office/drawing/2014/main" id="{CCB1AFB8-B24C-4093-9C10-9C0D36BC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812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570">
            <a:extLst xmlns:a="http://schemas.openxmlformats.org/drawingml/2006/main">
              <a:ext uri="{FF2B5EF4-FFF2-40B4-BE49-F238E27FC236}">
                <a16:creationId xmlns:a16="http://schemas.microsoft.com/office/drawing/2014/main" id="{A09EBF08-6A11-4362-BA90-7BA86E8B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79-571">
            <a:extLst xmlns:a="http://schemas.openxmlformats.org/drawingml/2006/main">
              <a:ext uri="{FF2B5EF4-FFF2-40B4-BE49-F238E27FC236}">
                <a16:creationId xmlns:a16="http://schemas.microsoft.com/office/drawing/2014/main" id="{4050A4D3-507D-4DC7-BB5E-6AA63A3F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Criar commit</a:t>
            </a:r>
          </a:p>
        </p:txBody>
      </p:sp>
      <p:sp>
        <p:nvSpPr>
          <p:cNvPr id="24" name="p79-572">
            <a:extLst xmlns:a="http://schemas.openxmlformats.org/drawingml/2006/main">
              <a:ext uri="{FF2B5EF4-FFF2-40B4-BE49-F238E27FC236}">
                <a16:creationId xmlns:a16="http://schemas.microsoft.com/office/drawing/2014/main" id="{FA1EF565-A420-4385-9794-DA3D2132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O código final reproduz os 35 arquivos do primeiro commit histórico</a:t>
            </a:r>
          </a:p>
        </p:txBody>
      </p:sp>
      <p:sp>
        <p:nvSpPr>
          <p:cNvPr id="25" name="p79-573">
            <a:extLst xmlns:a="http://schemas.openxmlformats.org/drawingml/2006/main">
              <a:ext uri="{FF2B5EF4-FFF2-40B4-BE49-F238E27FC236}">
                <a16:creationId xmlns:a16="http://schemas.microsoft.com/office/drawing/2014/main" id="{E52AE9B2-551B-42E1-8269-D8C2CEF6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79-574">
            <a:extLst xmlns:a="http://schemas.openxmlformats.org/drawingml/2006/main">
              <a:ext uri="{FF2B5EF4-FFF2-40B4-BE49-F238E27FC236}">
                <a16:creationId xmlns:a16="http://schemas.microsoft.com/office/drawing/2014/main" id="{6EC22A36-4BD0-447B-8D50-C280B418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27" name="p79-575">
            <a:extLst xmlns:a="http://schemas.openxmlformats.org/drawingml/2006/main">
              <a:ext uri="{FF2B5EF4-FFF2-40B4-BE49-F238E27FC236}">
                <a16:creationId xmlns:a16="http://schemas.microsoft.com/office/drawing/2014/main" id="{2EAE962F-B56C-4C27-8427-25F3BACE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340423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79-576">
            <a:extLst xmlns:a="http://schemas.openxmlformats.org/drawingml/2006/main">
              <a:ext uri="{FF2B5EF4-FFF2-40B4-BE49-F238E27FC236}">
                <a16:creationId xmlns:a16="http://schemas.microsoft.com/office/drawing/2014/main" id="{99C92B6A-047E-4952-AB7F-86733957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577">
            <a:extLst xmlns:a="http://schemas.openxmlformats.org/drawingml/2006/main">
              <a:ext uri="{FF2B5EF4-FFF2-40B4-BE49-F238E27FC236}">
                <a16:creationId xmlns:a16="http://schemas.microsoft.com/office/drawing/2014/main" id="{9FF8378F-D75E-452A-A112-9FFDDE0A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5 — Completar os arquivos, validar e criar o commit, R10</a:t>
            </a:r>
          </a:p>
        </p:txBody>
      </p:sp>
      <p:sp>
        <p:nvSpPr>
          <p:cNvPr id="3" name="p79-578">
            <a:extLst xmlns:a="http://schemas.openxmlformats.org/drawingml/2006/main">
              <a:ext uri="{FF2B5EF4-FFF2-40B4-BE49-F238E27FC236}">
                <a16:creationId xmlns:a16="http://schemas.microsoft.com/office/drawing/2014/main" id="{6CE8ACDF-56EA-424E-BA26-09E28C05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13 — Documentos, configurações e exemplo</a:t>
            </a:r>
          </a:p>
        </p:txBody>
      </p:sp>
      <p:sp>
        <p:nvSpPr>
          <p:cNvPr id="4" name="p79-579">
            <a:extLst xmlns:a="http://schemas.openxmlformats.org/drawingml/2006/main">
              <a:ext uri="{FF2B5EF4-FFF2-40B4-BE49-F238E27FC236}">
                <a16:creationId xmlns:a16="http://schemas.microsoft.com/office/drawing/2014/main" id="{F250BE30-85B4-4171-9BB0-594381C4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Os arquivos restantes completam R10</a:t>
            </a:r>
          </a:p>
        </p:txBody>
      </p:sp>
      <p:sp>
        <p:nvSpPr>
          <p:cNvPr id="5" name="p79-580">
            <a:extLst xmlns:a="http://schemas.openxmlformats.org/drawingml/2006/main">
              <a:ext uri="{FF2B5EF4-FFF2-40B4-BE49-F238E27FC236}">
                <a16:creationId xmlns:a16="http://schemas.microsoft.com/office/drawing/2014/main" id="{B302895D-4572-4FB4-948E-86163ACF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79-581">
            <a:extLst xmlns:a="http://schemas.openxmlformats.org/drawingml/2006/main">
              <a:ext uri="{FF2B5EF4-FFF2-40B4-BE49-F238E27FC236}">
                <a16:creationId xmlns:a16="http://schemas.microsoft.com/office/drawing/2014/main" id="{1B7B673C-0404-4AEC-8933-3EB5AB1C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Siga o manifesto de R10 para os arquivos restantes</a:t>
            </a:r>
          </a:p>
        </p:txBody>
      </p:sp>
      <p:sp>
        <p:nvSpPr>
          <p:cNvPr id="7" name="p79-582">
            <a:extLst xmlns:a="http://schemas.openxmlformats.org/drawingml/2006/main">
              <a:ext uri="{FF2B5EF4-FFF2-40B4-BE49-F238E27FC236}">
                <a16:creationId xmlns:a16="http://schemas.microsoft.com/office/drawing/2014/main" id="{78A193CB-E66B-4784-BB6C-ECD5D00F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p79-583">
            <a:extLst xmlns:a="http://schemas.openxmlformats.org/drawingml/2006/main">
              <a:ext uri="{FF2B5EF4-FFF2-40B4-BE49-F238E27FC236}">
                <a16:creationId xmlns:a16="http://schemas.microsoft.com/office/drawing/2014/main" id="{F8E26348-B802-4C0E-A04C-BDAAC219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480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Documentação descreve contratos e limites</a:t>
            </a:r>
          </a:p>
        </p:txBody>
      </p:sp>
      <p:sp>
        <p:nvSpPr>
          <p:cNvPr id="9" name="p79-584">
            <a:extLst xmlns:a="http://schemas.openxmlformats.org/drawingml/2006/main">
              <a:ext uri="{FF2B5EF4-FFF2-40B4-BE49-F238E27FC236}">
                <a16:creationId xmlns:a16="http://schemas.microsoft.com/office/drawing/2014/main" id="{75F61953-A2C4-4C69-925A-79F23E4C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p79-585">
            <a:extLst xmlns:a="http://schemas.openxmlformats.org/drawingml/2006/main">
              <a:ext uri="{FF2B5EF4-FFF2-40B4-BE49-F238E27FC236}">
                <a16:creationId xmlns:a16="http://schemas.microsoft.com/office/drawing/2014/main" id="{152203A1-5AFA-4A8C-B9E3-6A9928C4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Configurações de exemplo não são credenciais reais</a:t>
            </a:r>
          </a:p>
        </p:txBody>
      </p:sp>
      <p:sp>
        <p:nvSpPr>
          <p:cNvPr id="11" name="p79-586">
            <a:extLst xmlns:a="http://schemas.openxmlformats.org/drawingml/2006/main">
              <a:ext uri="{FF2B5EF4-FFF2-40B4-BE49-F238E27FC236}">
                <a16:creationId xmlns:a16="http://schemas.microsoft.com/office/drawing/2014/main" id="{683BC37C-7678-48F0-80C3-815AAE34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p79-587">
            <a:extLst xmlns:a="http://schemas.openxmlformats.org/drawingml/2006/main">
              <a:ext uri="{FF2B5EF4-FFF2-40B4-BE49-F238E27FC236}">
                <a16:creationId xmlns:a16="http://schemas.microsoft.com/office/drawing/2014/main" id="{0BB4E31A-DD99-46BC-880C-5B2B4C4B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00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Não execute o exemplo com endereço LAN histórico</a:t>
            </a:r>
          </a:p>
        </p:txBody>
      </p:sp>
      <p:sp>
        <p:nvSpPr>
          <p:cNvPr id="13" name="p79-588">
            <a:extLst xmlns:a="http://schemas.openxmlformats.org/drawingml/2006/main">
              <a:ext uri="{FF2B5EF4-FFF2-40B4-BE49-F238E27FC236}">
                <a16:creationId xmlns:a16="http://schemas.microsoft.com/office/drawing/2014/main" id="{68F0F91B-90A9-4980-AA4E-BC8F5220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p79-589">
            <a:extLst xmlns:a="http://schemas.openxmlformats.org/drawingml/2006/main">
              <a:ext uri="{FF2B5EF4-FFF2-40B4-BE49-F238E27FC236}">
                <a16:creationId xmlns:a16="http://schemas.microsoft.com/office/drawing/2014/main" id="{43B2ECFC-FC16-440E-9A96-0A86043C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91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O primeiro commit não continha LICENSE</a:t>
            </a:r>
          </a:p>
        </p:txBody>
      </p:sp>
      <p:sp>
        <p:nvSpPr>
          <p:cNvPr id="15" name="p79-590">
            <a:extLst xmlns:a="http://schemas.openxmlformats.org/drawingml/2006/main">
              <a:ext uri="{FF2B5EF4-FFF2-40B4-BE49-F238E27FC236}">
                <a16:creationId xmlns:a16="http://schemas.microsoft.com/office/drawing/2014/main" id="{84A8FAD4-0B16-496C-AA86-F0C1BA0E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79-591">
            <a:extLst xmlns:a="http://schemas.openxmlformats.org/drawingml/2006/main">
              <a:ext uri="{FF2B5EF4-FFF2-40B4-BE49-F238E27FC236}">
                <a16:creationId xmlns:a16="http://schemas.microsoft.com/office/drawing/2014/main" id="{240A363E-EFB6-43DB-965F-7483C157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7" name="p79-592">
            <a:extLst xmlns:a="http://schemas.openxmlformats.org/drawingml/2006/main">
              <a:ext uri="{FF2B5EF4-FFF2-40B4-BE49-F238E27FC236}">
                <a16:creationId xmlns:a16="http://schemas.microsoft.com/office/drawing/2014/main" id="{05EDE19C-1905-4491-88D5-C3BF45D3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11986049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79-593">
            <a:extLst xmlns:a="http://schemas.openxmlformats.org/drawingml/2006/main">
              <a:ext uri="{FF2B5EF4-FFF2-40B4-BE49-F238E27FC236}">
                <a16:creationId xmlns:a16="http://schemas.microsoft.com/office/drawing/2014/main" id="{77D06700-EAAE-4FE2-AAE2-EB1A1CA9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594">
            <a:extLst xmlns:a="http://schemas.openxmlformats.org/drawingml/2006/main">
              <a:ext uri="{FF2B5EF4-FFF2-40B4-BE49-F238E27FC236}">
                <a16:creationId xmlns:a16="http://schemas.microsoft.com/office/drawing/2014/main" id="{06A6D015-8B20-4967-95F4-565E5B78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5 — Completar os arquivos, validar e criar o commit, R10</a:t>
            </a:r>
          </a:p>
        </p:txBody>
      </p:sp>
      <p:sp>
        <p:nvSpPr>
          <p:cNvPr id="3" name="p79-595">
            <a:extLst xmlns:a="http://schemas.openxmlformats.org/drawingml/2006/main">
              <a:ext uri="{FF2B5EF4-FFF2-40B4-BE49-F238E27FC236}">
                <a16:creationId xmlns:a16="http://schemas.microsoft.com/office/drawing/2014/main" id="{C597A017-FE41-4D01-9FED-CA4E5BBF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14 — Validar o código final</a:t>
            </a:r>
          </a:p>
        </p:txBody>
      </p:sp>
      <p:sp>
        <p:nvSpPr>
          <p:cNvPr id="4" name="p79-596">
            <a:extLst xmlns:a="http://schemas.openxmlformats.org/drawingml/2006/main">
              <a:ext uri="{FF2B5EF4-FFF2-40B4-BE49-F238E27FC236}">
                <a16:creationId xmlns:a16="http://schemas.microsoft.com/office/drawing/2014/main" id="{ED96BDEC-BDD1-4DCD-B2D7-2512E0E9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Cada comando responde a uma pergunta</a:t>
            </a:r>
          </a:p>
        </p:txBody>
      </p:sp>
      <p:sp>
        <p:nvSpPr>
          <p:cNvPr id="5" name="p79-597">
            <a:extLst xmlns:a="http://schemas.openxmlformats.org/drawingml/2006/main">
              <a:ext uri="{FF2B5EF4-FFF2-40B4-BE49-F238E27FC236}">
                <a16:creationId xmlns:a16="http://schemas.microsoft.com/office/drawing/2014/main" id="{39E67521-F513-46E6-9BE7-997CA223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19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598">
            <a:extLst xmlns:a="http://schemas.openxmlformats.org/drawingml/2006/main">
              <a:ext uri="{FF2B5EF4-FFF2-40B4-BE49-F238E27FC236}">
                <a16:creationId xmlns:a16="http://schemas.microsoft.com/office/drawing/2014/main" id="{2F21B09B-1250-4BA7-90FC-0DE297FA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57531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cargo build --locked --bins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cargo check --locked --all-targets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cargo fmt --all -- --check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cargo test --locked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cargo clippy --locked --all-targets -- -D warnings</a:t>
            </a:r>
          </a:p>
        </p:txBody>
      </p:sp>
      <p:sp>
        <p:nvSpPr>
          <p:cNvPr id="7" name="p79-599">
            <a:extLst xmlns:a="http://schemas.openxmlformats.org/drawingml/2006/main">
              <a:ext uri="{FF2B5EF4-FFF2-40B4-BE49-F238E27FC236}">
                <a16:creationId xmlns:a16="http://schemas.microsoft.com/office/drawing/2014/main" id="{6BEAF7AE-8718-4583-93C4-671B70AE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Build gera executáveis, check verifica alvos</a:t>
            </a:r>
          </a:p>
        </p:txBody>
      </p:sp>
      <p:sp>
        <p:nvSpPr>
          <p:cNvPr id="8" name="p79-600">
            <a:extLst xmlns:a="http://schemas.openxmlformats.org/drawingml/2006/main">
              <a:ext uri="{FF2B5EF4-FFF2-40B4-BE49-F238E27FC236}">
                <a16:creationId xmlns:a16="http://schemas.microsoft.com/office/drawing/2014/main" id="{4EEE5A42-E964-4640-8B69-E3FFAFF3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623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Fmt confere formatação, test executa testes</a:t>
            </a:r>
          </a:p>
        </p:txBody>
      </p:sp>
      <p:sp>
        <p:nvSpPr>
          <p:cNvPr id="9" name="p79-601">
            <a:extLst xmlns:a="http://schemas.openxmlformats.org/drawingml/2006/main">
              <a:ext uri="{FF2B5EF4-FFF2-40B4-BE49-F238E27FC236}">
                <a16:creationId xmlns:a16="http://schemas.microsoft.com/office/drawing/2014/main" id="{8F2DE1C0-979F-4D01-A8D9-5922FB2B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Clippy aponta problemas e melhorias</a:t>
            </a:r>
          </a:p>
        </p:txBody>
      </p:sp>
      <p:sp>
        <p:nvSpPr>
          <p:cNvPr id="10" name="p79-602">
            <a:extLst xmlns:a="http://schemas.openxmlformats.org/drawingml/2006/main">
              <a:ext uri="{FF2B5EF4-FFF2-40B4-BE49-F238E27FC236}">
                <a16:creationId xmlns:a16="http://schemas.microsoft.com/office/drawing/2014/main" id="{D14952A5-D4B6-400A-83F2-34A1F91E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4347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--locked preserva o conjunto de dependências</a:t>
            </a:r>
          </a:p>
        </p:txBody>
      </p:sp>
      <p:sp>
        <p:nvSpPr>
          <p:cNvPr id="11" name="p79-603">
            <a:extLst xmlns:a="http://schemas.openxmlformats.org/drawingml/2006/main">
              <a:ext uri="{FF2B5EF4-FFF2-40B4-BE49-F238E27FC236}">
                <a16:creationId xmlns:a16="http://schemas.microsoft.com/office/drawing/2014/main" id="{52851250-A0B3-4012-8214-16948E72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604">
            <a:extLst xmlns:a="http://schemas.openxmlformats.org/drawingml/2006/main">
              <a:ext uri="{FF2B5EF4-FFF2-40B4-BE49-F238E27FC236}">
                <a16:creationId xmlns:a16="http://schemas.microsoft.com/office/drawing/2014/main" id="{1D651F5C-C427-4FE0-A379-820106CB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3" name="p79-605">
            <a:extLst xmlns:a="http://schemas.openxmlformats.org/drawingml/2006/main">
              <a:ext uri="{FF2B5EF4-FFF2-40B4-BE49-F238E27FC236}">
                <a16:creationId xmlns:a16="http://schemas.microsoft.com/office/drawing/2014/main" id="{C5A76743-3599-4809-937C-708E2A0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5799265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1005E-19D2-413A-927C-EDDA18C42F4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232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9B85C-607B-4568-905E-9E46CA5D604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40200" y="3452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078"/>
            </a:solidFill>
            <a:tailEnd type="triangle" w="med" len="med"/>
          </a:ln>
        </p:spPr>
      </p:cxnSp>
      <p:sp>
        <p:nvSpPr>
          <p:cNvPr id="20" name="p79-606">
            <a:extLst xmlns:a="http://schemas.openxmlformats.org/drawingml/2006/main">
              <a:ext uri="{FF2B5EF4-FFF2-40B4-BE49-F238E27FC236}">
                <a16:creationId xmlns:a16="http://schemas.microsoft.com/office/drawing/2014/main" id="{179160A8-4279-4EBB-AFDF-0669FC0C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607">
            <a:extLst xmlns:a="http://schemas.openxmlformats.org/drawingml/2006/main">
              <a:ext uri="{FF2B5EF4-FFF2-40B4-BE49-F238E27FC236}">
                <a16:creationId xmlns:a16="http://schemas.microsoft.com/office/drawing/2014/main" id="{89715DFB-E872-43CF-9D03-D1880413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5 — Completar os arquivos, validar e criar o commit, R10</a:t>
            </a:r>
          </a:p>
        </p:txBody>
      </p:sp>
      <p:sp>
        <p:nvSpPr>
          <p:cNvPr id="3" name="p79-608">
            <a:extLst xmlns:a="http://schemas.openxmlformats.org/drawingml/2006/main">
              <a:ext uri="{FF2B5EF4-FFF2-40B4-BE49-F238E27FC236}">
                <a16:creationId xmlns:a16="http://schemas.microsoft.com/office/drawing/2014/main" id="{39AC10AB-DD73-4C48-A450-5A27C009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15 — Pub/sub no laboratório local Ubuntu/WSL</a:t>
            </a:r>
          </a:p>
        </p:txBody>
      </p:sp>
      <p:sp>
        <p:nvSpPr>
          <p:cNvPr id="4" name="p79-609">
            <a:extLst xmlns:a="http://schemas.openxmlformats.org/drawingml/2006/main">
              <a:ext uri="{FF2B5EF4-FFF2-40B4-BE49-F238E27FC236}">
                <a16:creationId xmlns:a16="http://schemas.microsoft.com/office/drawing/2014/main" id="{4C75419C-0F28-4FBC-889E-811FFBE0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Três terminais verificam a comunicação</a:t>
            </a:r>
          </a:p>
        </p:txBody>
      </p:sp>
      <p:sp>
        <p:nvSpPr>
          <p:cNvPr id="5" name="p79-610">
            <a:extLst xmlns:a="http://schemas.openxmlformats.org/drawingml/2006/main">
              <a:ext uri="{FF2B5EF4-FFF2-40B4-BE49-F238E27FC236}">
                <a16:creationId xmlns:a16="http://schemas.microsoft.com/office/drawing/2014/main" id="{670330D4-68C3-4B00-A4F3-E460D067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4544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611">
            <a:extLst xmlns:a="http://schemas.openxmlformats.org/drawingml/2006/main">
              <a:ext uri="{FF2B5EF4-FFF2-40B4-BE49-F238E27FC236}">
                <a16:creationId xmlns:a16="http://schemas.microsoft.com/office/drawing/2014/main" id="{372B54F7-B40C-4346-A874-EDAC9A30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18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79-612">
            <a:extLst xmlns:a="http://schemas.openxmlformats.org/drawingml/2006/main">
              <a:ext uri="{FF2B5EF4-FFF2-40B4-BE49-F238E27FC236}">
                <a16:creationId xmlns:a16="http://schemas.microsoft.com/office/drawing/2014/main" id="{455F2CC9-216B-4DC6-BCE4-F10FB1A8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3187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Publicador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aula/mensagem</a:t>
            </a:r>
          </a:p>
        </p:txBody>
      </p:sp>
      <p:sp>
        <p:nvSpPr>
          <p:cNvPr id="8" name="p79-613">
            <a:extLst xmlns:a="http://schemas.openxmlformats.org/drawingml/2006/main">
              <a:ext uri="{FF2B5EF4-FFF2-40B4-BE49-F238E27FC236}">
                <a16:creationId xmlns:a16="http://schemas.microsoft.com/office/drawing/2014/main" id="{C031A21D-0A64-4F47-B5EC-A73F3303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67000"/>
            <a:ext cx="34544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1E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9-614">
            <a:extLst xmlns:a="http://schemas.openxmlformats.org/drawingml/2006/main">
              <a:ext uri="{FF2B5EF4-FFF2-40B4-BE49-F238E27FC236}">
                <a16:creationId xmlns:a16="http://schemas.microsoft.com/office/drawing/2014/main" id="{ACB4D8DE-9E85-4A11-B276-01556A68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857500"/>
            <a:ext cx="318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79-615">
            <a:extLst xmlns:a="http://schemas.openxmlformats.org/drawingml/2006/main">
              <a:ext uri="{FF2B5EF4-FFF2-40B4-BE49-F238E27FC236}">
                <a16:creationId xmlns:a16="http://schemas.microsoft.com/office/drawing/2014/main" id="{4F12D488-EB1E-4AA4-A5D4-E7E7B617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276600"/>
            <a:ext cx="3187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Broker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127.0.0.1:18839</a:t>
            </a:r>
          </a:p>
        </p:txBody>
      </p:sp>
      <p:sp>
        <p:nvSpPr>
          <p:cNvPr id="11" name="p79-616">
            <a:extLst xmlns:a="http://schemas.openxmlformats.org/drawingml/2006/main">
              <a:ext uri="{FF2B5EF4-FFF2-40B4-BE49-F238E27FC236}">
                <a16:creationId xmlns:a16="http://schemas.microsoft.com/office/drawing/2014/main" id="{EE9028BE-DC09-4549-8F4B-ABFC50C6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67000"/>
            <a:ext cx="34544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617">
            <a:extLst xmlns:a="http://schemas.openxmlformats.org/drawingml/2006/main">
              <a:ext uri="{FF2B5EF4-FFF2-40B4-BE49-F238E27FC236}">
                <a16:creationId xmlns:a16="http://schemas.microsoft.com/office/drawing/2014/main" id="{D29B3B3F-177D-4773-8202-B9A231D6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857500"/>
            <a:ext cx="318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79-618">
            <a:extLst xmlns:a="http://schemas.openxmlformats.org/drawingml/2006/main">
              <a:ext uri="{FF2B5EF4-FFF2-40B4-BE49-F238E27FC236}">
                <a16:creationId xmlns:a16="http://schemas.microsoft.com/office/drawing/2014/main" id="{4DDC54E6-AC4E-4507-A6A1-4B76FBD8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276600"/>
            <a:ext cx="3187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Assinante</a:t>
            </a:r>
          </a:p>
          <a:p xmlns:a="http://schemas.openxmlformats.org/drawingml/2006/main">
            <a:pPr>
              <a:defRPr sz="19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Recebe a mensagem</a:t>
            </a:r>
          </a:p>
        </p:txBody>
      </p:sp>
      <p:sp>
        <p:nvSpPr>
          <p:cNvPr id="16" name="p79-619">
            <a:extLst xmlns:a="http://schemas.openxmlformats.org/drawingml/2006/main">
              <a:ext uri="{FF2B5EF4-FFF2-40B4-BE49-F238E27FC236}">
                <a16:creationId xmlns:a16="http://schemas.microsoft.com/office/drawing/2014/main" id="{D3AD8BD7-25FD-46B6-9518-7D508EFC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Comece pelo broker, depois pelo assinante e por último pelo publicador</a:t>
            </a:r>
          </a:p>
        </p:txBody>
      </p:sp>
      <p:sp>
        <p:nvSpPr>
          <p:cNvPr id="17" name="p79-620">
            <a:extLst xmlns:a="http://schemas.openxmlformats.org/drawingml/2006/main">
              <a:ext uri="{FF2B5EF4-FFF2-40B4-BE49-F238E27FC236}">
                <a16:creationId xmlns:a16="http://schemas.microsoft.com/office/drawing/2014/main" id="{5599DD73-8E5C-4C2F-B84B-17C3D41B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9-621">
            <a:extLst xmlns:a="http://schemas.openxmlformats.org/drawingml/2006/main">
              <a:ext uri="{FF2B5EF4-FFF2-40B4-BE49-F238E27FC236}">
                <a16:creationId xmlns:a16="http://schemas.microsoft.com/office/drawing/2014/main" id="{82D50BD0-F1E1-4047-A409-38990A1A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9" name="p79-622">
            <a:extLst xmlns:a="http://schemas.openxmlformats.org/drawingml/2006/main">
              <a:ext uri="{FF2B5EF4-FFF2-40B4-BE49-F238E27FC236}">
                <a16:creationId xmlns:a16="http://schemas.microsoft.com/office/drawing/2014/main" id="{18C2D858-1068-4D88-A117-64976058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53751845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79-623">
            <a:extLst xmlns:a="http://schemas.openxmlformats.org/drawingml/2006/main">
              <a:ext uri="{FF2B5EF4-FFF2-40B4-BE49-F238E27FC236}">
                <a16:creationId xmlns:a16="http://schemas.microsoft.com/office/drawing/2014/main" id="{9505FE25-B7E7-43B8-9666-EDE6AE86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624">
            <a:extLst xmlns:a="http://schemas.openxmlformats.org/drawingml/2006/main">
              <a:ext uri="{FF2B5EF4-FFF2-40B4-BE49-F238E27FC236}">
                <a16:creationId xmlns:a16="http://schemas.microsoft.com/office/drawing/2014/main" id="{6E0DF34E-9274-4785-816D-72718A4F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Seção 5 — Completar os arquivos, validar e criar o commit, R10</a:t>
            </a:r>
          </a:p>
        </p:txBody>
      </p:sp>
      <p:sp>
        <p:nvSpPr>
          <p:cNvPr id="3" name="p79-625">
            <a:extLst xmlns:a="http://schemas.openxmlformats.org/drawingml/2006/main">
              <a:ext uri="{FF2B5EF4-FFF2-40B4-BE49-F238E27FC236}">
                <a16:creationId xmlns:a16="http://schemas.microsoft.com/office/drawing/2014/main" id="{668FA8AA-C3BC-4941-8A1B-842B1BCB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Aula 16 — Criar seu primeiro commit</a:t>
            </a:r>
          </a:p>
        </p:txBody>
      </p:sp>
      <p:sp>
        <p:nvSpPr>
          <p:cNvPr id="4" name="p79-626">
            <a:extLst xmlns:a="http://schemas.openxmlformats.org/drawingml/2006/main">
              <a:ext uri="{FF2B5EF4-FFF2-40B4-BE49-F238E27FC236}">
                <a16:creationId xmlns:a16="http://schemas.microsoft.com/office/drawing/2014/main" id="{8DAF8060-5066-4623-83A3-57616D1B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 commit registra uma versão revisada</a:t>
            </a:r>
          </a:p>
        </p:txBody>
      </p:sp>
      <p:sp>
        <p:nvSpPr>
          <p:cNvPr id="5" name="p79-627">
            <a:extLst xmlns:a="http://schemas.openxmlformats.org/drawingml/2006/main">
              <a:ext uri="{FF2B5EF4-FFF2-40B4-BE49-F238E27FC236}">
                <a16:creationId xmlns:a16="http://schemas.microsoft.com/office/drawing/2014/main" id="{FDCA9F8B-96C9-4254-93F4-183F327E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19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79-628">
            <a:extLst xmlns:a="http://schemas.openxmlformats.org/drawingml/2006/main">
              <a:ext uri="{FF2B5EF4-FFF2-40B4-BE49-F238E27FC236}">
                <a16:creationId xmlns:a16="http://schemas.microsoft.com/office/drawing/2014/main" id="{DD30C50B-6F29-4276-A418-2ED08DF5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57531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git init -b main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git status --short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git add .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git diff --cached --stat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git diff --cached</a:t>
            </a:r>
          </a:p>
          <a:p xmlns:a="http://schemas.openxmlformats.org/drawingml/2006/main">
            <a:pPr>
              <a:defRPr sz="1725" b="0">
                <a:solidFill>
                  <a:srgbClr val="E9F2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9F2F8"/>
                </a:solidFill>
                <a:latin typeface="Consolas"/>
                <a:ea typeface="Consolas"/>
                <a:cs typeface="Consolas"/>
              </a:rPr>
              <a:t>git commit -m "feat: criar primeiro broker e clientes MQTT"</a:t>
            </a:r>
          </a:p>
        </p:txBody>
      </p:sp>
      <p:sp>
        <p:nvSpPr>
          <p:cNvPr id="7" name="p79-629">
            <a:extLst xmlns:a="http://schemas.openxmlformats.org/drawingml/2006/main">
              <a:ext uri="{FF2B5EF4-FFF2-40B4-BE49-F238E27FC236}">
                <a16:creationId xmlns:a16="http://schemas.microsoft.com/office/drawing/2014/main" id="{DC4A9110-88FF-4B6C-B38C-AA392A92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Execute na pasta do exercício</a:t>
            </a:r>
          </a:p>
        </p:txBody>
      </p:sp>
      <p:sp>
        <p:nvSpPr>
          <p:cNvPr id="8" name="p79-630">
            <a:extLst xmlns:a="http://schemas.openxmlformats.org/drawingml/2006/main">
              <a:ext uri="{FF2B5EF4-FFF2-40B4-BE49-F238E27FC236}">
                <a16:creationId xmlns:a16="http://schemas.microsoft.com/office/drawing/2014/main" id="{42A3F4DA-65D9-4278-92A5-A17A928F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623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Revise arquivos e conteúdo antes de comitar</a:t>
            </a:r>
          </a:p>
        </p:txBody>
      </p:sp>
      <p:sp>
        <p:nvSpPr>
          <p:cNvPr id="9" name="p79-631">
            <a:extLst xmlns:a="http://schemas.openxmlformats.org/drawingml/2006/main">
              <a:ext uri="{FF2B5EF4-FFF2-40B4-BE49-F238E27FC236}">
                <a16:creationId xmlns:a16="http://schemas.microsoft.com/office/drawing/2014/main" id="{C1D29F83-C07B-4C39-804A-0247F03F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Estado e segredos ficam fora do Git</a:t>
            </a:r>
          </a:p>
        </p:txBody>
      </p:sp>
      <p:sp>
        <p:nvSpPr>
          <p:cNvPr id="10" name="p79-632">
            <a:extLst xmlns:a="http://schemas.openxmlformats.org/drawingml/2006/main">
              <a:ext uri="{FF2B5EF4-FFF2-40B4-BE49-F238E27FC236}">
                <a16:creationId xmlns:a16="http://schemas.microsoft.com/office/drawing/2014/main" id="{C604098A-3C01-42FC-A799-5901E3B4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4347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SHA novo é esperado, mesmo com arquivos iguais</a:t>
            </a:r>
          </a:p>
        </p:txBody>
      </p:sp>
      <p:sp>
        <p:nvSpPr>
          <p:cNvPr id="11" name="p79-633">
            <a:extLst xmlns:a="http://schemas.openxmlformats.org/drawingml/2006/main">
              <a:ext uri="{FF2B5EF4-FFF2-40B4-BE49-F238E27FC236}">
                <a16:creationId xmlns:a16="http://schemas.microsoft.com/office/drawing/2014/main" id="{5D5CF6B2-8465-4969-BF9C-A6F5BEB2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9-634">
            <a:extLst xmlns:a="http://schemas.openxmlformats.org/drawingml/2006/main">
              <a:ext uri="{FF2B5EF4-FFF2-40B4-BE49-F238E27FC236}">
                <a16:creationId xmlns:a16="http://schemas.microsoft.com/office/drawing/2014/main" id="{1F573D7F-688C-4E7D-9393-894CB31D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3" name="p79-635">
            <a:extLst xmlns:a="http://schemas.openxmlformats.org/drawingml/2006/main">
              <a:ext uri="{FF2B5EF4-FFF2-40B4-BE49-F238E27FC236}">
                <a16:creationId xmlns:a16="http://schemas.microsoft.com/office/drawing/2014/main" id="{51E92E11-D529-4BC1-8B5F-B3348788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56807047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79-636">
            <a:extLst xmlns:a="http://schemas.openxmlformats.org/drawingml/2006/main">
              <a:ext uri="{FF2B5EF4-FFF2-40B4-BE49-F238E27FC236}">
                <a16:creationId xmlns:a16="http://schemas.microsoft.com/office/drawing/2014/main" id="{DE369073-0DF0-4D7D-9EFF-7065A017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9-637">
            <a:extLst xmlns:a="http://schemas.openxmlformats.org/drawingml/2006/main">
              <a:ext uri="{FF2B5EF4-FFF2-40B4-BE49-F238E27FC236}">
                <a16:creationId xmlns:a16="http://schemas.microsoft.com/office/drawing/2014/main" id="{C7F01EE5-3A31-418B-99D6-726B4D3E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6A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6A9D"/>
                </a:solidFill>
                <a:latin typeface="Arial"/>
                <a:ea typeface="Arial"/>
                <a:cs typeface="Arial"/>
              </a:rPr>
              <a:t>Conclusão desta parte</a:t>
            </a:r>
          </a:p>
        </p:txBody>
      </p:sp>
      <p:sp>
        <p:nvSpPr>
          <p:cNvPr id="3" name="p79-638">
            <a:extLst xmlns:a="http://schemas.openxmlformats.org/drawingml/2006/main">
              <a:ext uri="{FF2B5EF4-FFF2-40B4-BE49-F238E27FC236}">
                <a16:creationId xmlns:a16="http://schemas.microsoft.com/office/drawing/2014/main" id="{6FCA1BE2-ED34-43BA-876F-8C3B8771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Próximas evoluções</a:t>
            </a:r>
          </a:p>
        </p:txBody>
      </p:sp>
      <p:sp>
        <p:nvSpPr>
          <p:cNvPr id="4" name="p79-639">
            <a:extLst xmlns:a="http://schemas.openxmlformats.org/drawingml/2006/main">
              <a:ext uri="{FF2B5EF4-FFF2-40B4-BE49-F238E27FC236}">
                <a16:creationId xmlns:a16="http://schemas.microsoft.com/office/drawing/2014/main" id="{E648CD03-87F7-44E3-8FA5-29B5644E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O primeiro commit é uma base de estudo</a:t>
            </a:r>
          </a:p>
        </p:txBody>
      </p:sp>
      <p:sp>
        <p:nvSpPr>
          <p:cNvPr id="5" name="p79-640">
            <a:extLst xmlns:a="http://schemas.openxmlformats.org/drawingml/2006/main">
              <a:ext uri="{FF2B5EF4-FFF2-40B4-BE49-F238E27FC236}">
                <a16:creationId xmlns:a16="http://schemas.microsoft.com/office/drawing/2014/main" id="{0DD1B731-980F-4F1B-A57C-8823285C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79-641">
            <a:extLst xmlns:a="http://schemas.openxmlformats.org/drawingml/2006/main">
              <a:ext uri="{FF2B5EF4-FFF2-40B4-BE49-F238E27FC236}">
                <a16:creationId xmlns:a16="http://schemas.microsoft.com/office/drawing/2014/main" id="{56F0BB20-317E-4C18-8877-B8E09703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Reconstrução concluída com código acumulado</a:t>
            </a:r>
          </a:p>
        </p:txBody>
      </p:sp>
      <p:sp>
        <p:nvSpPr>
          <p:cNvPr id="7" name="p79-642">
            <a:extLst xmlns:a="http://schemas.openxmlformats.org/drawingml/2006/main">
              <a:ext uri="{FF2B5EF4-FFF2-40B4-BE49-F238E27FC236}">
                <a16:creationId xmlns:a16="http://schemas.microsoft.com/office/drawing/2014/main" id="{EF0384D8-6ED3-43E5-8697-65DF40FC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p79-643">
            <a:extLst xmlns:a="http://schemas.openxmlformats.org/drawingml/2006/main">
              <a:ext uri="{FF2B5EF4-FFF2-40B4-BE49-F238E27FC236}">
                <a16:creationId xmlns:a16="http://schemas.microsoft.com/office/drawing/2014/main" id="{5C931AB2-4284-4164-B5AC-08446366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480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Use o guia para revisar funções e bibliotecas</a:t>
            </a:r>
          </a:p>
        </p:txBody>
      </p:sp>
      <p:sp>
        <p:nvSpPr>
          <p:cNvPr id="9" name="p79-644">
            <a:extLst xmlns:a="http://schemas.openxmlformats.org/drawingml/2006/main">
              <a:ext uri="{FF2B5EF4-FFF2-40B4-BE49-F238E27FC236}">
                <a16:creationId xmlns:a16="http://schemas.microsoft.com/office/drawing/2014/main" id="{2556A310-D2E4-40B9-A299-6EDC8B14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p79-645">
            <a:extLst xmlns:a="http://schemas.openxmlformats.org/drawingml/2006/main">
              <a:ext uri="{FF2B5EF4-FFF2-40B4-BE49-F238E27FC236}">
                <a16:creationId xmlns:a16="http://schemas.microsoft.com/office/drawing/2014/main" id="{70F6016E-6AFF-49ED-8D11-492CB82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Novas funcionalidades terão novos prompts e checkpoints</a:t>
            </a:r>
          </a:p>
        </p:txBody>
      </p:sp>
      <p:sp>
        <p:nvSpPr>
          <p:cNvPr id="11" name="p79-646">
            <a:extLst xmlns:a="http://schemas.openxmlformats.org/drawingml/2006/main">
              <a:ext uri="{FF2B5EF4-FFF2-40B4-BE49-F238E27FC236}">
                <a16:creationId xmlns:a16="http://schemas.microsoft.com/office/drawing/2014/main" id="{B967FA10-B103-407F-AC90-92E8F040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p79-647">
            <a:extLst xmlns:a="http://schemas.openxmlformats.org/drawingml/2006/main">
              <a:ext uri="{FF2B5EF4-FFF2-40B4-BE49-F238E27FC236}">
                <a16:creationId xmlns:a16="http://schemas.microsoft.com/office/drawing/2014/main" id="{28229D47-83DF-4936-87D2-59864ECF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00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MQTT 5 e WebSockets não pertencem a este snapshot</a:t>
            </a:r>
          </a:p>
        </p:txBody>
      </p:sp>
      <p:sp>
        <p:nvSpPr>
          <p:cNvPr id="13" name="p79-648">
            <a:extLst xmlns:a="http://schemas.openxmlformats.org/drawingml/2006/main">
              <a:ext uri="{FF2B5EF4-FFF2-40B4-BE49-F238E27FC236}">
                <a16:creationId xmlns:a16="http://schemas.microsoft.com/office/drawing/2014/main" id="{20562FD1-7F12-4343-BEF3-F9A356D8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84F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F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p79-649">
            <a:extLst xmlns:a="http://schemas.openxmlformats.org/drawingml/2006/main">
              <a:ext uri="{FF2B5EF4-FFF2-40B4-BE49-F238E27FC236}">
                <a16:creationId xmlns:a16="http://schemas.microsoft.com/office/drawing/2014/main" id="{436CCE34-26D2-46E2-BF7C-1B721536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91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3"/>
                </a:solidFill>
                <a:latin typeface="Arial"/>
                <a:ea typeface="Arial"/>
                <a:cs typeface="Arial"/>
              </a:rPr>
              <a:t>Resultados medidos devem acompanhar cada nova entrega</a:t>
            </a:r>
          </a:p>
        </p:txBody>
      </p:sp>
      <p:sp>
        <p:nvSpPr>
          <p:cNvPr id="15" name="p79-650">
            <a:extLst xmlns:a="http://schemas.openxmlformats.org/drawingml/2006/main">
              <a:ext uri="{FF2B5EF4-FFF2-40B4-BE49-F238E27FC236}">
                <a16:creationId xmlns:a16="http://schemas.microsoft.com/office/drawing/2014/main" id="{43D057D0-4F3B-45EA-84BB-6292A248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79-651">
            <a:extLst xmlns:a="http://schemas.openxmlformats.org/drawingml/2006/main">
              <a:ext uri="{FF2B5EF4-FFF2-40B4-BE49-F238E27FC236}">
                <a16:creationId xmlns:a16="http://schemas.microsoft.com/office/drawing/2014/main" id="{2A998B02-1875-4890-9E88-2141312B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76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6078"/>
                </a:solidFill>
                <a:latin typeface="Arial"/>
                <a:ea typeface="Arial"/>
                <a:cs typeface="Arial"/>
              </a:rPr>
              <a:t>XMQR 0.3.0 · reconstrução do primeiro commit</a:t>
            </a:r>
          </a:p>
        </p:txBody>
      </p:sp>
      <p:sp>
        <p:nvSpPr>
          <p:cNvPr id="17" name="p79-652">
            <a:extLst xmlns:a="http://schemas.openxmlformats.org/drawingml/2006/main">
              <a:ext uri="{FF2B5EF4-FFF2-40B4-BE49-F238E27FC236}">
                <a16:creationId xmlns:a16="http://schemas.microsoft.com/office/drawing/2014/main" id="{B46A4B1B-7550-42B4-A53E-3530AC1A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B43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148639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2026-10-13T03:56:57.2300000Z</dcterms:created>
  <dcterms:modified xsi:type="dcterms:W3CDTF">2026-10-13T03:56:57.2300000Z</dcterms:modified>
</coreProperties>
</file>